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43" r:id="rId4"/>
  </p:sldMasterIdLst>
  <p:notesMasterIdLst>
    <p:notesMasterId r:id="rId39"/>
  </p:notesMasterIdLst>
  <p:sldIdLst>
    <p:sldId id="256" r:id="rId5"/>
    <p:sldId id="324" r:id="rId6"/>
    <p:sldId id="325" r:id="rId7"/>
    <p:sldId id="326" r:id="rId8"/>
    <p:sldId id="327" r:id="rId9"/>
    <p:sldId id="328" r:id="rId10"/>
    <p:sldId id="330" r:id="rId11"/>
    <p:sldId id="331" r:id="rId12"/>
    <p:sldId id="332" r:id="rId13"/>
    <p:sldId id="333" r:id="rId14"/>
    <p:sldId id="349" r:id="rId15"/>
    <p:sldId id="345" r:id="rId16"/>
    <p:sldId id="334" r:id="rId17"/>
    <p:sldId id="346" r:id="rId18"/>
    <p:sldId id="347" r:id="rId19"/>
    <p:sldId id="358" r:id="rId20"/>
    <p:sldId id="336" r:id="rId21"/>
    <p:sldId id="337" r:id="rId22"/>
    <p:sldId id="329" r:id="rId23"/>
    <p:sldId id="335" r:id="rId24"/>
    <p:sldId id="338" r:id="rId25"/>
    <p:sldId id="339" r:id="rId26"/>
    <p:sldId id="340" r:id="rId27"/>
    <p:sldId id="341" r:id="rId28"/>
    <p:sldId id="357" r:id="rId29"/>
    <p:sldId id="343" r:id="rId30"/>
    <p:sldId id="344" r:id="rId31"/>
    <p:sldId id="355" r:id="rId32"/>
    <p:sldId id="356" r:id="rId33"/>
    <p:sldId id="359" r:id="rId34"/>
    <p:sldId id="360" r:id="rId35"/>
    <p:sldId id="361" r:id="rId36"/>
    <p:sldId id="362" r:id="rId37"/>
    <p:sldId id="363" r:id="rId38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4A"/>
    <a:srgbClr val="FFFF99"/>
    <a:srgbClr val="30DDE6"/>
    <a:srgbClr val="000066"/>
    <a:srgbClr val="0033CC"/>
    <a:srgbClr val="F4F8BE"/>
    <a:srgbClr val="51C564"/>
    <a:srgbClr val="FFFFCC"/>
    <a:srgbClr val="CCFF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5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VĂN THANH" userId="S::thanh211402053@lms.utc.edu.vn::02f4aabd-1981-49df-ac43-029d6a0c25a3" providerId="AD" clId="Web-{61857E04-BD45-6E86-8E26-D19471413DF4}"/>
    <pc:docChg chg="modSld">
      <pc:chgData name="NGUYỄN VĂN THANH" userId="S::thanh211402053@lms.utc.edu.vn::02f4aabd-1981-49df-ac43-029d6a0c25a3" providerId="AD" clId="Web-{61857E04-BD45-6E86-8E26-D19471413DF4}" dt="2024-04-12T15:52:42.261" v="0" actId="1076"/>
      <pc:docMkLst>
        <pc:docMk/>
      </pc:docMkLst>
      <pc:sldChg chg="modSp">
        <pc:chgData name="NGUYỄN VĂN THANH" userId="S::thanh211402053@lms.utc.edu.vn::02f4aabd-1981-49df-ac43-029d6a0c25a3" providerId="AD" clId="Web-{61857E04-BD45-6E86-8E26-D19471413DF4}" dt="2024-04-12T15:52:42.261" v="0" actId="1076"/>
        <pc:sldMkLst>
          <pc:docMk/>
          <pc:sldMk cId="208627238" sldId="350"/>
        </pc:sldMkLst>
        <pc:picChg chg="mod">
          <ac:chgData name="NGUYỄN VĂN THANH" userId="S::thanh211402053@lms.utc.edu.vn::02f4aabd-1981-49df-ac43-029d6a0c25a3" providerId="AD" clId="Web-{61857E04-BD45-6E86-8E26-D19471413DF4}" dt="2024-04-12T15:52:42.261" v="0" actId="1076"/>
          <ac:picMkLst>
            <pc:docMk/>
            <pc:sldMk cId="208627238" sldId="350"/>
            <ac:picMk id="4" creationId="{00000000-0000-0000-0000-000000000000}"/>
          </ac:picMkLst>
        </pc:picChg>
      </pc:sldChg>
    </pc:docChg>
  </pc:docChgLst>
  <pc:docChgLst>
    <pc:chgData name="NGUYỄN SỸ ĐIỀU" userId="S::dieu211412163@lms.utc.edu.vn::27d2d3af-01b2-4648-84e6-85a460d209e7" providerId="AD" clId="Web-{4092384F-F963-8EEF-6CB2-CC6D7CFFDA50}"/>
    <pc:docChg chg="addSld delSld">
      <pc:chgData name="NGUYỄN SỸ ĐIỀU" userId="S::dieu211412163@lms.utc.edu.vn::27d2d3af-01b2-4648-84e6-85a460d209e7" providerId="AD" clId="Web-{4092384F-F963-8EEF-6CB2-CC6D7CFFDA50}" dt="2024-04-20T07:41:07.327" v="1"/>
      <pc:docMkLst>
        <pc:docMk/>
      </pc:docMkLst>
      <pc:sldChg chg="new del">
        <pc:chgData name="NGUYỄN SỸ ĐIỀU" userId="S::dieu211412163@lms.utc.edu.vn::27d2d3af-01b2-4648-84e6-85a460d209e7" providerId="AD" clId="Web-{4092384F-F963-8EEF-6CB2-CC6D7CFFDA50}" dt="2024-04-20T07:41:07.327" v="1"/>
        <pc:sldMkLst>
          <pc:docMk/>
          <pc:sldMk cId="1017280692" sldId="367"/>
        </pc:sldMkLst>
      </pc:sldChg>
    </pc:docChg>
  </pc:docChgLst>
  <pc:docChgLst>
    <pc:chgData name="ĐẶNG VĂN CẤY" userId="S::cay211411929@lms.utc.edu.vn::884b33eb-3d54-4806-a8e0-f4a868ac4d17" providerId="AD" clId="Web-{ED9FC083-23BB-4BBF-8A69-2F63F4B9E5D3}"/>
    <pc:docChg chg="modSld">
      <pc:chgData name="ĐẶNG VĂN CẤY" userId="S::cay211411929@lms.utc.edu.vn::884b33eb-3d54-4806-a8e0-f4a868ac4d17" providerId="AD" clId="Web-{ED9FC083-23BB-4BBF-8A69-2F63F4B9E5D3}" dt="2024-03-26T16:20:42.512" v="0" actId="14100"/>
      <pc:docMkLst>
        <pc:docMk/>
      </pc:docMkLst>
      <pc:sldChg chg="modSp">
        <pc:chgData name="ĐẶNG VĂN CẤY" userId="S::cay211411929@lms.utc.edu.vn::884b33eb-3d54-4806-a8e0-f4a868ac4d17" providerId="AD" clId="Web-{ED9FC083-23BB-4BBF-8A69-2F63F4B9E5D3}" dt="2024-03-26T16:20:42.512" v="0" actId="14100"/>
        <pc:sldMkLst>
          <pc:docMk/>
          <pc:sldMk cId="208627238" sldId="350"/>
        </pc:sldMkLst>
        <pc:picChg chg="mod">
          <ac:chgData name="ĐẶNG VĂN CẤY" userId="S::cay211411929@lms.utc.edu.vn::884b33eb-3d54-4806-a8e0-f4a868ac4d17" providerId="AD" clId="Web-{ED9FC083-23BB-4BBF-8A69-2F63F4B9E5D3}" dt="2024-03-26T16:20:42.512" v="0" actId="14100"/>
          <ac:picMkLst>
            <pc:docMk/>
            <pc:sldMk cId="208627238" sldId="350"/>
            <ac:picMk id="4" creationId="{00000000-0000-0000-0000-000000000000}"/>
          </ac:picMkLst>
        </pc:picChg>
      </pc:sldChg>
    </pc:docChg>
  </pc:docChgLst>
  <pc:docChgLst>
    <pc:chgData name="NGUYỄN KỲ PHONG" userId="S::phong211411023@lms.utc.edu.vn::09433628-20a5-4623-ad4f-3ed19dcda312" providerId="AD" clId="Web-{9D02CA9C-E599-9009-3921-F1C61C7E08AC}"/>
    <pc:docChg chg="modSld">
      <pc:chgData name="NGUYỄN KỲ PHONG" userId="S::phong211411023@lms.utc.edu.vn::09433628-20a5-4623-ad4f-3ed19dcda312" providerId="AD" clId="Web-{9D02CA9C-E599-9009-3921-F1C61C7E08AC}" dt="2024-03-26T11:30:40.047" v="0" actId="1076"/>
      <pc:docMkLst>
        <pc:docMk/>
      </pc:docMkLst>
      <pc:sldChg chg="modSp">
        <pc:chgData name="NGUYỄN KỲ PHONG" userId="S::phong211411023@lms.utc.edu.vn::09433628-20a5-4623-ad4f-3ed19dcda312" providerId="AD" clId="Web-{9D02CA9C-E599-9009-3921-F1C61C7E08AC}" dt="2024-03-26T11:30:40.047" v="0" actId="1076"/>
        <pc:sldMkLst>
          <pc:docMk/>
          <pc:sldMk cId="208627238" sldId="350"/>
        </pc:sldMkLst>
        <pc:picChg chg="mod">
          <ac:chgData name="NGUYỄN KỲ PHONG" userId="S::phong211411023@lms.utc.edu.vn::09433628-20a5-4623-ad4f-3ed19dcda312" providerId="AD" clId="Web-{9D02CA9C-E599-9009-3921-F1C61C7E08AC}" dt="2024-03-26T11:30:40.047" v="0" actId="1076"/>
          <ac:picMkLst>
            <pc:docMk/>
            <pc:sldMk cId="208627238" sldId="350"/>
            <ac:picMk id="4" creationId="{00000000-0000-0000-0000-000000000000}"/>
          </ac:picMkLst>
        </pc:picChg>
      </pc:sldChg>
    </pc:docChg>
  </pc:docChgLst>
  <pc:docChgLst>
    <pc:chgData name="NGUYỄN QUANG ĐẠT" userId="S::dat211401001@lms.utc.edu.vn::8d1eda44-6a3e-48c1-92e2-c9f17de0fc28" providerId="AD" clId="Web-{83270F61-4CA7-4F83-89D8-29D0639BD7C4}"/>
    <pc:docChg chg="addSld delSld">
      <pc:chgData name="NGUYỄN QUANG ĐẠT" userId="S::dat211401001@lms.utc.edu.vn::8d1eda44-6a3e-48c1-92e2-c9f17de0fc28" providerId="AD" clId="Web-{83270F61-4CA7-4F83-89D8-29D0639BD7C4}" dt="2024-04-17T15:44:33.586" v="1"/>
      <pc:docMkLst>
        <pc:docMk/>
      </pc:docMkLst>
      <pc:sldChg chg="new del">
        <pc:chgData name="NGUYỄN QUANG ĐẠT" userId="S::dat211401001@lms.utc.edu.vn::8d1eda44-6a3e-48c1-92e2-c9f17de0fc28" providerId="AD" clId="Web-{83270F61-4CA7-4F83-89D8-29D0639BD7C4}" dt="2024-04-17T15:44:33.586" v="1"/>
        <pc:sldMkLst>
          <pc:docMk/>
          <pc:sldMk cId="2673272374" sldId="364"/>
        </pc:sldMkLst>
      </pc:sldChg>
    </pc:docChg>
  </pc:docChgLst>
  <pc:docChgLst>
    <pc:chgData name="NGUYỄN HUY ANH" userId="S::anh211401507@lms.utc.edu.vn::0909579f-a165-40ec-b37a-2ae47135bc26" providerId="AD" clId="Web-{06062A7A-526D-EF77-81D3-F44EFB2ACBB9}"/>
    <pc:docChg chg="delSld">
      <pc:chgData name="NGUYỄN HUY ANH" userId="S::anh211401507@lms.utc.edu.vn::0909579f-a165-40ec-b37a-2ae47135bc26" providerId="AD" clId="Web-{06062A7A-526D-EF77-81D3-F44EFB2ACBB9}" dt="2024-03-23T10:24:15.546" v="0"/>
      <pc:docMkLst>
        <pc:docMk/>
      </pc:docMkLst>
      <pc:sldChg chg="del">
        <pc:chgData name="NGUYỄN HUY ANH" userId="S::anh211401507@lms.utc.edu.vn::0909579f-a165-40ec-b37a-2ae47135bc26" providerId="AD" clId="Web-{06062A7A-526D-EF77-81D3-F44EFB2ACBB9}" dt="2024-03-23T10:24:15.546" v="0"/>
        <pc:sldMkLst>
          <pc:docMk/>
          <pc:sldMk cId="2797503190" sldId="358"/>
        </pc:sldMkLst>
      </pc:sldChg>
    </pc:docChg>
  </pc:docChgLst>
  <pc:docChgLst>
    <pc:chgData name="LƯƠNG VIẾT CƯỜNG" userId="S::cuong211442476@lms.utc.edu.vn::39304f04-e012-448b-8879-f2be7004711a" providerId="AD" clId="Web-{3229D73B-EE31-3B24-D837-8C683D7EA5B3}"/>
    <pc:docChg chg="modSld">
      <pc:chgData name="LƯƠNG VIẾT CƯỜNG" userId="S::cuong211442476@lms.utc.edu.vn::39304f04-e012-448b-8879-f2be7004711a" providerId="AD" clId="Web-{3229D73B-EE31-3B24-D837-8C683D7EA5B3}" dt="2024-03-26T16:21:01.596" v="3" actId="1076"/>
      <pc:docMkLst>
        <pc:docMk/>
      </pc:docMkLst>
      <pc:sldChg chg="modSp">
        <pc:chgData name="LƯƠNG VIẾT CƯỜNG" userId="S::cuong211442476@lms.utc.edu.vn::39304f04-e012-448b-8879-f2be7004711a" providerId="AD" clId="Web-{3229D73B-EE31-3B24-D837-8C683D7EA5B3}" dt="2024-03-26T16:21:01.596" v="3" actId="1076"/>
        <pc:sldMkLst>
          <pc:docMk/>
          <pc:sldMk cId="208627238" sldId="350"/>
        </pc:sldMkLst>
        <pc:picChg chg="mod">
          <ac:chgData name="LƯƠNG VIẾT CƯỜNG" userId="S::cuong211442476@lms.utc.edu.vn::39304f04-e012-448b-8879-f2be7004711a" providerId="AD" clId="Web-{3229D73B-EE31-3B24-D837-8C683D7EA5B3}" dt="2024-03-26T16:21:01.596" v="3" actId="1076"/>
          <ac:picMkLst>
            <pc:docMk/>
            <pc:sldMk cId="208627238" sldId="350"/>
            <ac:picMk id="4" creationId="{00000000-0000-0000-0000-000000000000}"/>
          </ac:picMkLst>
        </pc:picChg>
      </pc:sldChg>
    </pc:docChg>
  </pc:docChgLst>
  <pc:docChgLst>
    <pc:chgData name="Bình Nguyễn Thúy" userId="858b1091-1c25-4853-a8b6-467658b21ca4" providerId="ADAL" clId="{89A49411-7B0A-4471-B6D8-12119F35B12B}"/>
    <pc:docChg chg="custSel modSld modMainMaster">
      <pc:chgData name="Bình Nguyễn Thúy" userId="858b1091-1c25-4853-a8b6-467658b21ca4" providerId="ADAL" clId="{89A49411-7B0A-4471-B6D8-12119F35B12B}" dt="2024-03-25T06:00:35.882" v="60" actId="20577"/>
      <pc:docMkLst>
        <pc:docMk/>
      </pc:docMkLst>
      <pc:sldChg chg="modSp mod">
        <pc:chgData name="Bình Nguyễn Thúy" userId="858b1091-1c25-4853-a8b6-467658b21ca4" providerId="ADAL" clId="{89A49411-7B0A-4471-B6D8-12119F35B12B}" dt="2024-03-25T06:00:35.882" v="60" actId="20577"/>
        <pc:sldMkLst>
          <pc:docMk/>
          <pc:sldMk cId="0" sldId="256"/>
        </pc:sldMkLst>
        <pc:spChg chg="mod">
          <ac:chgData name="Bình Nguyễn Thúy" userId="858b1091-1c25-4853-a8b6-467658b21ca4" providerId="ADAL" clId="{89A49411-7B0A-4471-B6D8-12119F35B12B}" dt="2024-03-25T06:00:35.882" v="60" actId="20577"/>
          <ac:spMkLst>
            <pc:docMk/>
            <pc:sldMk cId="0" sldId="256"/>
            <ac:spMk id="119" creationId="{00000000-0000-0000-0000-000000000000}"/>
          </ac:spMkLst>
        </pc:spChg>
      </pc:sldChg>
      <pc:sldChg chg="modSp mod">
        <pc:chgData name="Bình Nguyễn Thúy" userId="858b1091-1c25-4853-a8b6-467658b21ca4" providerId="ADAL" clId="{89A49411-7B0A-4471-B6D8-12119F35B12B}" dt="2024-03-25T05:53:06.183" v="1" actId="27636"/>
        <pc:sldMkLst>
          <pc:docMk/>
          <pc:sldMk cId="1183063556" sldId="325"/>
        </pc:sldMkLst>
        <pc:spChg chg="mod">
          <ac:chgData name="Bình Nguyễn Thúy" userId="858b1091-1c25-4853-a8b6-467658b21ca4" providerId="ADAL" clId="{89A49411-7B0A-4471-B6D8-12119F35B12B}" dt="2024-03-25T05:53:06.183" v="1" actId="27636"/>
          <ac:spMkLst>
            <pc:docMk/>
            <pc:sldMk cId="1183063556" sldId="325"/>
            <ac:spMk id="127" creationId="{00000000-0000-0000-0000-000000000000}"/>
          </ac:spMkLst>
        </pc:spChg>
      </pc:sldChg>
      <pc:sldChg chg="modSp mod">
        <pc:chgData name="Bình Nguyễn Thúy" userId="858b1091-1c25-4853-a8b6-467658b21ca4" providerId="ADAL" clId="{89A49411-7B0A-4471-B6D8-12119F35B12B}" dt="2024-03-25T05:53:06.197" v="2" actId="27636"/>
        <pc:sldMkLst>
          <pc:docMk/>
          <pc:sldMk cId="3323717868" sldId="328"/>
        </pc:sldMkLst>
        <pc:spChg chg="mod">
          <ac:chgData name="Bình Nguyễn Thúy" userId="858b1091-1c25-4853-a8b6-467658b21ca4" providerId="ADAL" clId="{89A49411-7B0A-4471-B6D8-12119F35B12B}" dt="2024-03-25T05:53:06.197" v="2" actId="27636"/>
          <ac:spMkLst>
            <pc:docMk/>
            <pc:sldMk cId="3323717868" sldId="328"/>
            <ac:spMk id="5" creationId="{00000000-0000-0000-0000-000000000000}"/>
          </ac:spMkLst>
        </pc:spChg>
      </pc:sldChg>
      <pc:sldMasterChg chg="modSp">
        <pc:chgData name="Bình Nguyễn Thúy" userId="858b1091-1c25-4853-a8b6-467658b21ca4" providerId="ADAL" clId="{89A49411-7B0A-4471-B6D8-12119F35B12B}" dt="2024-03-25T05:55:03.312" v="4" actId="2711"/>
        <pc:sldMasterMkLst>
          <pc:docMk/>
          <pc:sldMasterMk cId="3972469572" sldId="2147484031"/>
        </pc:sldMasterMkLst>
        <pc:spChg chg="mod">
          <ac:chgData name="Bình Nguyễn Thúy" userId="858b1091-1c25-4853-a8b6-467658b21ca4" providerId="ADAL" clId="{89A49411-7B0A-4471-B6D8-12119F35B12B}" dt="2024-03-25T05:54:34.772" v="3" actId="2711"/>
          <ac:spMkLst>
            <pc:docMk/>
            <pc:sldMasterMk cId="3972469572" sldId="2147484031"/>
            <ac:spMk id="2" creationId="{00000000-0000-0000-0000-000000000000}"/>
          </ac:spMkLst>
        </pc:spChg>
        <pc:spChg chg="mod">
          <ac:chgData name="Bình Nguyễn Thúy" userId="858b1091-1c25-4853-a8b6-467658b21ca4" providerId="ADAL" clId="{89A49411-7B0A-4471-B6D8-12119F35B12B}" dt="2024-03-25T05:55:03.312" v="4" actId="2711"/>
          <ac:spMkLst>
            <pc:docMk/>
            <pc:sldMasterMk cId="3972469572" sldId="2147484031"/>
            <ac:spMk id="3" creationId="{00000000-0000-0000-0000-000000000000}"/>
          </ac:spMkLst>
        </pc:spChg>
      </pc:sldMasterChg>
    </pc:docChg>
  </pc:docChgLst>
  <pc:docChgLst>
    <pc:chgData name="DƯƠNG ĐỨC SƠN" userId="S::son211441988@lms.utc.edu.vn::5b20486f-cae7-4b50-aa36-b74a1a9bee1f" providerId="AD" clId="Web-{20CB1F74-BB3B-4E1A-AA77-16A5BDE9044D}"/>
    <pc:docChg chg="modSld">
      <pc:chgData name="DƯƠNG ĐỨC SƠN" userId="S::son211441988@lms.utc.edu.vn::5b20486f-cae7-4b50-aa36-b74a1a9bee1f" providerId="AD" clId="Web-{20CB1F74-BB3B-4E1A-AA77-16A5BDE9044D}" dt="2024-04-13T07:51:42.136" v="0" actId="1076"/>
      <pc:docMkLst>
        <pc:docMk/>
      </pc:docMkLst>
      <pc:sldChg chg="modSp">
        <pc:chgData name="DƯƠNG ĐỨC SƠN" userId="S::son211441988@lms.utc.edu.vn::5b20486f-cae7-4b50-aa36-b74a1a9bee1f" providerId="AD" clId="Web-{20CB1F74-BB3B-4E1A-AA77-16A5BDE9044D}" dt="2024-04-13T07:51:42.136" v="0" actId="1076"/>
        <pc:sldMkLst>
          <pc:docMk/>
          <pc:sldMk cId="4124451327" sldId="345"/>
        </pc:sldMkLst>
        <pc:picChg chg="mod">
          <ac:chgData name="DƯƠNG ĐỨC SƠN" userId="S::son211441988@lms.utc.edu.vn::5b20486f-cae7-4b50-aa36-b74a1a9bee1f" providerId="AD" clId="Web-{20CB1F74-BB3B-4E1A-AA77-16A5BDE9044D}" dt="2024-04-13T07:51:42.136" v="0" actId="1076"/>
          <ac:picMkLst>
            <pc:docMk/>
            <pc:sldMk cId="4124451327" sldId="345"/>
            <ac:picMk id="4" creationId="{00000000-0000-0000-0000-000000000000}"/>
          </ac:picMkLst>
        </pc:picChg>
      </pc:sldChg>
    </pc:docChg>
  </pc:docChgLst>
  <pc:docChgLst>
    <pc:chgData name="TRỊNH VĂN MẠNH" userId="S::manh211413993@lms.utc.edu.vn::5e567ad8-3176-4c1a-8f9e-fd33153d418d" providerId="AD" clId="Web-{1E2F30DD-1D48-4D9D-84E3-1DF3E7365556}"/>
    <pc:docChg chg="modSld">
      <pc:chgData name="TRỊNH VĂN MẠNH" userId="S::manh211413993@lms.utc.edu.vn::5e567ad8-3176-4c1a-8f9e-fd33153d418d" providerId="AD" clId="Web-{1E2F30DD-1D48-4D9D-84E3-1DF3E7365556}" dt="2024-03-23T08:19:12.215" v="2" actId="1076"/>
      <pc:docMkLst>
        <pc:docMk/>
      </pc:docMkLst>
      <pc:sldChg chg="modSp">
        <pc:chgData name="TRỊNH VĂN MẠNH" userId="S::manh211413993@lms.utc.edu.vn::5e567ad8-3176-4c1a-8f9e-fd33153d418d" providerId="AD" clId="Web-{1E2F30DD-1D48-4D9D-84E3-1DF3E7365556}" dt="2024-03-23T08:19:12.215" v="2" actId="1076"/>
        <pc:sldMkLst>
          <pc:docMk/>
          <pc:sldMk cId="2524514481" sldId="332"/>
        </pc:sldMkLst>
        <pc:spChg chg="mod">
          <ac:chgData name="TRỊNH VĂN MẠNH" userId="S::manh211413993@lms.utc.edu.vn::5e567ad8-3176-4c1a-8f9e-fd33153d418d" providerId="AD" clId="Web-{1E2F30DD-1D48-4D9D-84E3-1DF3E7365556}" dt="2024-03-23T08:19:12.215" v="2" actId="1076"/>
          <ac:spMkLst>
            <pc:docMk/>
            <pc:sldMk cId="2524514481" sldId="332"/>
            <ac:spMk id="5" creationId="{00000000-0000-0000-0000-000000000000}"/>
          </ac:spMkLst>
        </pc:spChg>
      </pc:sldChg>
      <pc:sldChg chg="modSp">
        <pc:chgData name="TRỊNH VĂN MẠNH" userId="S::manh211413993@lms.utc.edu.vn::5e567ad8-3176-4c1a-8f9e-fd33153d418d" providerId="AD" clId="Web-{1E2F30DD-1D48-4D9D-84E3-1DF3E7365556}" dt="2024-03-23T07:39:34.935" v="0" actId="14100"/>
        <pc:sldMkLst>
          <pc:docMk/>
          <pc:sldMk cId="208627238" sldId="350"/>
        </pc:sldMkLst>
        <pc:picChg chg="mod">
          <ac:chgData name="TRỊNH VĂN MẠNH" userId="S::manh211413993@lms.utc.edu.vn::5e567ad8-3176-4c1a-8f9e-fd33153d418d" providerId="AD" clId="Web-{1E2F30DD-1D48-4D9D-84E3-1DF3E7365556}" dt="2024-03-23T07:39:34.935" v="0" actId="14100"/>
          <ac:picMkLst>
            <pc:docMk/>
            <pc:sldMk cId="208627238" sldId="350"/>
            <ac:picMk id="4" creationId="{00000000-0000-0000-0000-000000000000}"/>
          </ac:picMkLst>
        </pc:picChg>
      </pc:sldChg>
    </pc:docChg>
  </pc:docChgLst>
  <pc:docChgLst>
    <pc:chgData name="LƯƠNG VIẾT CƯỜNG" userId="S::cuong211442476@lms.utc.edu.vn::39304f04-e012-448b-8879-f2be7004711a" providerId="AD" clId="Web-{D247EF54-2378-FEC8-EA11-866E10D843BE}"/>
    <pc:docChg chg="modSld">
      <pc:chgData name="LƯƠNG VIẾT CƯỜNG" userId="S::cuong211442476@lms.utc.edu.vn::39304f04-e012-448b-8879-f2be7004711a" providerId="AD" clId="Web-{D247EF54-2378-FEC8-EA11-866E10D843BE}" dt="2024-03-26T15:38:56.089" v="1" actId="1076"/>
      <pc:docMkLst>
        <pc:docMk/>
      </pc:docMkLst>
      <pc:sldChg chg="modSp">
        <pc:chgData name="LƯƠNG VIẾT CƯỜNG" userId="S::cuong211442476@lms.utc.edu.vn::39304f04-e012-448b-8879-f2be7004711a" providerId="AD" clId="Web-{D247EF54-2378-FEC8-EA11-866E10D843BE}" dt="2024-03-26T15:38:56.089" v="1" actId="1076"/>
        <pc:sldMkLst>
          <pc:docMk/>
          <pc:sldMk cId="208627238" sldId="350"/>
        </pc:sldMkLst>
        <pc:picChg chg="mod">
          <ac:chgData name="LƯƠNG VIẾT CƯỜNG" userId="S::cuong211442476@lms.utc.edu.vn::39304f04-e012-448b-8879-f2be7004711a" providerId="AD" clId="Web-{D247EF54-2378-FEC8-EA11-866E10D843BE}" dt="2024-03-26T15:38:56.089" v="1" actId="1076"/>
          <ac:picMkLst>
            <pc:docMk/>
            <pc:sldMk cId="208627238" sldId="350"/>
            <ac:picMk id="4" creationId="{00000000-0000-0000-0000-000000000000}"/>
          </ac:picMkLst>
        </pc:picChg>
      </pc:sldChg>
    </pc:docChg>
  </pc:docChgLst>
  <pc:docChgLst>
    <pc:chgData name="HỒ ĐÌNH HÙNG" userId="S::hung211404329@lms.utc.edu.vn::b4ef6719-ebcd-4e6d-aaf9-1d82977e7fcd" providerId="AD" clId="Web-{38E3EDB1-471A-C4DF-9210-7D5E0E41521D}"/>
    <pc:docChg chg="modSld">
      <pc:chgData name="HỒ ĐÌNH HÙNG" userId="S::hung211404329@lms.utc.edu.vn::b4ef6719-ebcd-4e6d-aaf9-1d82977e7fcd" providerId="AD" clId="Web-{38E3EDB1-471A-C4DF-9210-7D5E0E41521D}" dt="2024-03-26T15:13:36.965" v="0" actId="1076"/>
      <pc:docMkLst>
        <pc:docMk/>
      </pc:docMkLst>
      <pc:sldChg chg="modSp">
        <pc:chgData name="HỒ ĐÌNH HÙNG" userId="S::hung211404329@lms.utc.edu.vn::b4ef6719-ebcd-4e6d-aaf9-1d82977e7fcd" providerId="AD" clId="Web-{38E3EDB1-471A-C4DF-9210-7D5E0E41521D}" dt="2024-03-26T15:13:36.965" v="0" actId="1076"/>
        <pc:sldMkLst>
          <pc:docMk/>
          <pc:sldMk cId="208627238" sldId="350"/>
        </pc:sldMkLst>
        <pc:picChg chg="mod">
          <ac:chgData name="HỒ ĐÌNH HÙNG" userId="S::hung211404329@lms.utc.edu.vn::b4ef6719-ebcd-4e6d-aaf9-1d82977e7fcd" providerId="AD" clId="Web-{38E3EDB1-471A-C4DF-9210-7D5E0E41521D}" dt="2024-03-26T15:13:36.965" v="0" actId="1076"/>
          <ac:picMkLst>
            <pc:docMk/>
            <pc:sldMk cId="208627238" sldId="350"/>
            <ac:picMk id="4" creationId="{00000000-0000-0000-0000-000000000000}"/>
          </ac:picMkLst>
        </pc:picChg>
      </pc:sldChg>
    </pc:docChg>
  </pc:docChgLst>
  <pc:docChgLst>
    <pc:chgData name="NGUYỄN VĂN SƠN" userId="S::son211410651@lms.utc.edu.vn::d25d0662-5f12-4b5b-a0a8-2cfac99c6841" providerId="AD" clId="Web-{EBAA9DD1-B240-4814-834C-A775FC1F4FFE}"/>
    <pc:docChg chg="addSld delSld">
      <pc:chgData name="NGUYỄN VĂN SƠN" userId="S::son211410651@lms.utc.edu.vn::d25d0662-5f12-4b5b-a0a8-2cfac99c6841" providerId="AD" clId="Web-{EBAA9DD1-B240-4814-834C-A775FC1F4FFE}" dt="2024-04-13T02:08:15.200" v="1"/>
      <pc:docMkLst>
        <pc:docMk/>
      </pc:docMkLst>
      <pc:sldChg chg="add del">
        <pc:chgData name="NGUYỄN VĂN SƠN" userId="S::son211410651@lms.utc.edu.vn::d25d0662-5f12-4b5b-a0a8-2cfac99c6841" providerId="AD" clId="Web-{EBAA9DD1-B240-4814-834C-A775FC1F4FFE}" dt="2024-04-13T02:08:15.200" v="1"/>
        <pc:sldMkLst>
          <pc:docMk/>
          <pc:sldMk cId="208627238" sldId="350"/>
        </pc:sldMkLst>
      </pc:sldChg>
    </pc:docChg>
  </pc:docChgLst>
  <pc:docChgLst>
    <pc:chgData name="NGUYỄN THANH TÙNG" userId="S::tung211403713@lms.utc.edu.vn::72b4d121-fb3c-43c6-994d-789b6241aa03" providerId="AD" clId="Web-{CD07F045-0C72-01CA-72F6-BACC24DA4D86}"/>
    <pc:docChg chg="delSld modSld">
      <pc:chgData name="NGUYỄN THANH TÙNG" userId="S::tung211403713@lms.utc.edu.vn::72b4d121-fb3c-43c6-994d-789b6241aa03" providerId="AD" clId="Web-{CD07F045-0C72-01CA-72F6-BACC24DA4D86}" dt="2024-04-20T07:17:21.754" v="4"/>
      <pc:docMkLst>
        <pc:docMk/>
      </pc:docMkLst>
      <pc:sldChg chg="modSp">
        <pc:chgData name="NGUYỄN THANH TÙNG" userId="S::tung211403713@lms.utc.edu.vn::72b4d121-fb3c-43c6-994d-789b6241aa03" providerId="AD" clId="Web-{CD07F045-0C72-01CA-72F6-BACC24DA4D86}" dt="2024-04-20T07:11:38.135" v="3" actId="1076"/>
        <pc:sldMkLst>
          <pc:docMk/>
          <pc:sldMk cId="2515005320" sldId="329"/>
        </pc:sldMkLst>
        <pc:grpChg chg="mod">
          <ac:chgData name="NGUYỄN THANH TÙNG" userId="S::tung211403713@lms.utc.edu.vn::72b4d121-fb3c-43c6-994d-789b6241aa03" providerId="AD" clId="Web-{CD07F045-0C72-01CA-72F6-BACC24DA4D86}" dt="2024-04-20T07:11:36.135" v="2" actId="1076"/>
          <ac:grpSpMkLst>
            <pc:docMk/>
            <pc:sldMk cId="2515005320" sldId="329"/>
            <ac:grpSpMk id="8" creationId="{00000000-0000-0000-0000-000000000000}"/>
          </ac:grpSpMkLst>
        </pc:grpChg>
        <pc:picChg chg="mod">
          <ac:chgData name="NGUYỄN THANH TÙNG" userId="S::tung211403713@lms.utc.edu.vn::72b4d121-fb3c-43c6-994d-789b6241aa03" providerId="AD" clId="Web-{CD07F045-0C72-01CA-72F6-BACC24DA4D86}" dt="2024-04-20T07:11:38.135" v="3" actId="1076"/>
          <ac:picMkLst>
            <pc:docMk/>
            <pc:sldMk cId="2515005320" sldId="329"/>
            <ac:picMk id="2" creationId="{00000000-0000-0000-0000-000000000000}"/>
          </ac:picMkLst>
        </pc:picChg>
      </pc:sldChg>
      <pc:sldChg chg="del">
        <pc:chgData name="NGUYỄN THANH TÙNG" userId="S::tung211403713@lms.utc.edu.vn::72b4d121-fb3c-43c6-994d-789b6241aa03" providerId="AD" clId="Web-{CD07F045-0C72-01CA-72F6-BACC24DA4D86}" dt="2024-04-20T07:17:21.754" v="4"/>
        <pc:sldMkLst>
          <pc:docMk/>
          <pc:sldMk cId="208627238" sldId="350"/>
        </pc:sldMkLst>
      </pc:sldChg>
    </pc:docChg>
  </pc:docChgLst>
  <pc:docChgLst>
    <pc:chgData name="NGUYỄN TRỌNG KHÁNH" userId="S::khanh211411812@lms.utc.edu.vn::48b85f52-50e0-4db7-8932-4fdb7f6f78a1" providerId="AD" clId="Web-{6034DCA3-8455-4FEF-81CD-A290054CF44E}"/>
    <pc:docChg chg="modSld">
      <pc:chgData name="NGUYỄN TRỌNG KHÁNH" userId="S::khanh211411812@lms.utc.edu.vn::48b85f52-50e0-4db7-8932-4fdb7f6f78a1" providerId="AD" clId="Web-{6034DCA3-8455-4FEF-81CD-A290054CF44E}" dt="2024-04-12T16:19:06.360" v="3" actId="1076"/>
      <pc:docMkLst>
        <pc:docMk/>
      </pc:docMkLst>
      <pc:sldChg chg="modSp">
        <pc:chgData name="NGUYỄN TRỌNG KHÁNH" userId="S::khanh211411812@lms.utc.edu.vn::48b85f52-50e0-4db7-8932-4fdb7f6f78a1" providerId="AD" clId="Web-{6034DCA3-8455-4FEF-81CD-A290054CF44E}" dt="2024-04-12T16:19:06.360" v="3" actId="1076"/>
        <pc:sldMkLst>
          <pc:docMk/>
          <pc:sldMk cId="208627238" sldId="350"/>
        </pc:sldMkLst>
        <pc:picChg chg="mod">
          <ac:chgData name="NGUYỄN TRỌNG KHÁNH" userId="S::khanh211411812@lms.utc.edu.vn::48b85f52-50e0-4db7-8932-4fdb7f6f78a1" providerId="AD" clId="Web-{6034DCA3-8455-4FEF-81CD-A290054CF44E}" dt="2024-04-12T16:19:06.360" v="3" actId="1076"/>
          <ac:picMkLst>
            <pc:docMk/>
            <pc:sldMk cId="208627238" sldId="350"/>
            <ac:picMk id="4" creationId="{00000000-0000-0000-0000-000000000000}"/>
          </ac:picMkLst>
        </pc:picChg>
      </pc:sldChg>
    </pc:docChg>
  </pc:docChgLst>
  <pc:docChgLst>
    <pc:chgData name="VŨ HỒNG SƠN" userId="S::son211443666@lms.utc.edu.vn::e8b2f4db-8195-4e91-8b5b-8cba65719d71" providerId="AD" clId="Web-{3C6F0D37-DD7F-0B1A-42FD-05D36E357A6F}"/>
    <pc:docChg chg="modSld">
      <pc:chgData name="VŨ HỒNG SƠN" userId="S::son211443666@lms.utc.edu.vn::e8b2f4db-8195-4e91-8b5b-8cba65719d71" providerId="AD" clId="Web-{3C6F0D37-DD7F-0B1A-42FD-05D36E357A6F}" dt="2024-03-26T13:46:45.304" v="8" actId="1076"/>
      <pc:docMkLst>
        <pc:docMk/>
      </pc:docMkLst>
      <pc:sldChg chg="modSp">
        <pc:chgData name="VŨ HỒNG SƠN" userId="S::son211443666@lms.utc.edu.vn::e8b2f4db-8195-4e91-8b5b-8cba65719d71" providerId="AD" clId="Web-{3C6F0D37-DD7F-0B1A-42FD-05D36E357A6F}" dt="2024-03-26T13:46:45.304" v="8" actId="1076"/>
        <pc:sldMkLst>
          <pc:docMk/>
          <pc:sldMk cId="3477941018" sldId="351"/>
        </pc:sldMkLst>
        <pc:picChg chg="mod">
          <ac:chgData name="VŨ HỒNG SƠN" userId="S::son211443666@lms.utc.edu.vn::e8b2f4db-8195-4e91-8b5b-8cba65719d71" providerId="AD" clId="Web-{3C6F0D37-DD7F-0B1A-42FD-05D36E357A6F}" dt="2024-03-26T13:46:45.304" v="8" actId="1076"/>
          <ac:picMkLst>
            <pc:docMk/>
            <pc:sldMk cId="3477941018" sldId="351"/>
            <ac:picMk id="4" creationId="{00000000-0000-0000-0000-000000000000}"/>
          </ac:picMkLst>
        </pc:picChg>
      </pc:sldChg>
    </pc:docChg>
  </pc:docChgLst>
  <pc:docChgLst>
    <pc:chgData name="NGUYỄN VĂN SƠN" userId="S::son211410651@lms.utc.edu.vn::d25d0662-5f12-4b5b-a0a8-2cfac99c6841" providerId="AD" clId="Web-{72FE047C-5C99-44B3-9A80-EA1019801702}"/>
    <pc:docChg chg="delSld">
      <pc:chgData name="NGUYỄN VĂN SƠN" userId="S::son211410651@lms.utc.edu.vn::d25d0662-5f12-4b5b-a0a8-2cfac99c6841" providerId="AD" clId="Web-{72FE047C-5C99-44B3-9A80-EA1019801702}" dt="2024-04-13T02:01:19.758" v="0"/>
      <pc:docMkLst>
        <pc:docMk/>
      </pc:docMkLst>
      <pc:sldChg chg="del">
        <pc:chgData name="NGUYỄN VĂN SƠN" userId="S::son211410651@lms.utc.edu.vn::d25d0662-5f12-4b5b-a0a8-2cfac99c6841" providerId="AD" clId="Web-{72FE047C-5C99-44B3-9A80-EA1019801702}" dt="2024-04-13T02:01:19.758" v="0"/>
        <pc:sldMkLst>
          <pc:docMk/>
          <pc:sldMk cId="3477941018" sldId="351"/>
        </pc:sldMkLst>
      </pc:sldChg>
    </pc:docChg>
  </pc:docChgLst>
  <pc:docChgLst>
    <pc:chgData name="NGUYỄN DUY HOÀN" userId="S::hoan211400709@lms.utc.edu.vn::b3a919f6-dff4-417a-9171-ba1e892c0f8e" providerId="AD" clId="Web-{B7847000-1D90-4632-BA3B-91F7D0267E32}"/>
    <pc:docChg chg="modSld">
      <pc:chgData name="NGUYỄN DUY HOÀN" userId="S::hoan211400709@lms.utc.edu.vn::b3a919f6-dff4-417a-9171-ba1e892c0f8e" providerId="AD" clId="Web-{B7847000-1D90-4632-BA3B-91F7D0267E32}" dt="2024-03-26T15:10:41.255" v="0" actId="1076"/>
      <pc:docMkLst>
        <pc:docMk/>
      </pc:docMkLst>
      <pc:sldChg chg="modSp">
        <pc:chgData name="NGUYỄN DUY HOÀN" userId="S::hoan211400709@lms.utc.edu.vn::b3a919f6-dff4-417a-9171-ba1e892c0f8e" providerId="AD" clId="Web-{B7847000-1D90-4632-BA3B-91F7D0267E32}" dt="2024-03-26T15:10:41.255" v="0" actId="1076"/>
        <pc:sldMkLst>
          <pc:docMk/>
          <pc:sldMk cId="208627238" sldId="350"/>
        </pc:sldMkLst>
        <pc:picChg chg="mod">
          <ac:chgData name="NGUYỄN DUY HOÀN" userId="S::hoan211400709@lms.utc.edu.vn::b3a919f6-dff4-417a-9171-ba1e892c0f8e" providerId="AD" clId="Web-{B7847000-1D90-4632-BA3B-91F7D0267E32}" dt="2024-03-26T15:10:41.255" v="0" actId="1076"/>
          <ac:picMkLst>
            <pc:docMk/>
            <pc:sldMk cId="208627238" sldId="350"/>
            <ac:picMk id="4" creationId="{00000000-0000-0000-0000-000000000000}"/>
          </ac:picMkLst>
        </pc:picChg>
      </pc:sldChg>
    </pc:docChg>
  </pc:docChgLst>
  <pc:docChgLst>
    <pc:chgData name="NGUYỄN VĂN CƯỜNG" userId="S::cuong211411021@lms.utc.edu.vn::5e0230d1-6ae0-45d6-9c8b-cdfa0359ab06" providerId="AD" clId="Web-{DE30D8FE-44C5-485F-87E9-80481847A854}"/>
    <pc:docChg chg="addSld delSld">
      <pc:chgData name="NGUYỄN VĂN CƯỜNG" userId="S::cuong211411021@lms.utc.edu.vn::5e0230d1-6ae0-45d6-9c8b-cdfa0359ab06" providerId="AD" clId="Web-{DE30D8FE-44C5-485F-87E9-80481847A854}" dt="2024-03-22T13:35:32.717" v="2"/>
      <pc:docMkLst>
        <pc:docMk/>
      </pc:docMkLst>
      <pc:sldChg chg="new">
        <pc:chgData name="NGUYỄN VĂN CƯỜNG" userId="S::cuong211411021@lms.utc.edu.vn::5e0230d1-6ae0-45d6-9c8b-cdfa0359ab06" providerId="AD" clId="Web-{DE30D8FE-44C5-485F-87E9-80481847A854}" dt="2024-03-22T13:35:32.717" v="2"/>
        <pc:sldMkLst>
          <pc:docMk/>
          <pc:sldMk cId="2797503190" sldId="358"/>
        </pc:sldMkLst>
      </pc:sldChg>
      <pc:sldChg chg="new del">
        <pc:chgData name="NGUYỄN VĂN CƯỜNG" userId="S::cuong211411021@lms.utc.edu.vn::5e0230d1-6ae0-45d6-9c8b-cdfa0359ab06" providerId="AD" clId="Web-{DE30D8FE-44C5-485F-87E9-80481847A854}" dt="2024-03-22T13:09:44.342" v="1"/>
        <pc:sldMkLst>
          <pc:docMk/>
          <pc:sldMk cId="3547742325" sldId="358"/>
        </pc:sldMkLst>
      </pc:sldChg>
    </pc:docChg>
  </pc:docChgLst>
  <pc:docChgLst>
    <pc:chgData name="LƯƠNG VIẾT CƯỜNG" userId="S::cuong211442476@lms.utc.edu.vn::39304f04-e012-448b-8879-f2be7004711a" providerId="AD" clId="Web-{C4A8E580-D28F-9DD4-CC7E-6297AFDCEA49}"/>
    <pc:docChg chg="modSld">
      <pc:chgData name="LƯƠNG VIẾT CƯỜNG" userId="S::cuong211442476@lms.utc.edu.vn::39304f04-e012-448b-8879-f2be7004711a" providerId="AD" clId="Web-{C4A8E580-D28F-9DD4-CC7E-6297AFDCEA49}" dt="2024-03-26T14:04:31.714" v="5" actId="1076"/>
      <pc:docMkLst>
        <pc:docMk/>
      </pc:docMkLst>
      <pc:sldChg chg="modSp">
        <pc:chgData name="LƯƠNG VIẾT CƯỜNG" userId="S::cuong211442476@lms.utc.edu.vn::39304f04-e012-448b-8879-f2be7004711a" providerId="AD" clId="Web-{C4A8E580-D28F-9DD4-CC7E-6297AFDCEA49}" dt="2024-03-26T14:04:31.714" v="5" actId="1076"/>
        <pc:sldMkLst>
          <pc:docMk/>
          <pc:sldMk cId="208627238" sldId="350"/>
        </pc:sldMkLst>
        <pc:picChg chg="mod">
          <ac:chgData name="LƯƠNG VIẾT CƯỜNG" userId="S::cuong211442476@lms.utc.edu.vn::39304f04-e012-448b-8879-f2be7004711a" providerId="AD" clId="Web-{C4A8E580-D28F-9DD4-CC7E-6297AFDCEA49}" dt="2024-03-26T14:04:31.714" v="5" actId="1076"/>
          <ac:picMkLst>
            <pc:docMk/>
            <pc:sldMk cId="208627238" sldId="350"/>
            <ac:picMk id="4" creationId="{00000000-0000-0000-0000-000000000000}"/>
          </ac:picMkLst>
        </pc:picChg>
      </pc:sldChg>
      <pc:sldChg chg="addSp delSp modSp">
        <pc:chgData name="LƯƠNG VIẾT CƯỜNG" userId="S::cuong211442476@lms.utc.edu.vn::39304f04-e012-448b-8879-f2be7004711a" providerId="AD" clId="Web-{C4A8E580-D28F-9DD4-CC7E-6297AFDCEA49}" dt="2024-03-26T13:58:46.845" v="2"/>
        <pc:sldMkLst>
          <pc:docMk/>
          <pc:sldMk cId="3477941018" sldId="351"/>
        </pc:sldMkLst>
        <pc:picChg chg="add del">
          <ac:chgData name="LƯƠNG VIẾT CƯỜNG" userId="S::cuong211442476@lms.utc.edu.vn::39304f04-e012-448b-8879-f2be7004711a" providerId="AD" clId="Web-{C4A8E580-D28F-9DD4-CC7E-6297AFDCEA49}" dt="2024-03-26T13:58:46.845" v="2"/>
          <ac:picMkLst>
            <pc:docMk/>
            <pc:sldMk cId="3477941018" sldId="351"/>
            <ac:picMk id="3" creationId="{BC6614A2-D1D6-5D58-B710-26477B1CA20C}"/>
          </ac:picMkLst>
        </pc:picChg>
        <pc:picChg chg="mod">
          <ac:chgData name="LƯƠNG VIẾT CƯỜNG" userId="S::cuong211442476@lms.utc.edu.vn::39304f04-e012-448b-8879-f2be7004711a" providerId="AD" clId="Web-{C4A8E580-D28F-9DD4-CC7E-6297AFDCEA49}" dt="2024-03-26T13:55:33.746" v="0" actId="1076"/>
          <ac:picMkLst>
            <pc:docMk/>
            <pc:sldMk cId="3477941018" sldId="351"/>
            <ac:picMk id="4" creationId="{00000000-0000-0000-0000-000000000000}"/>
          </ac:picMkLst>
        </pc:picChg>
      </pc:sldChg>
    </pc:docChg>
  </pc:docChgLst>
  <pc:docChgLst>
    <pc:chgData name="Nguyễn Thúy Bình" userId="858b1091-1c25-4853-a8b6-467658b21ca4" providerId="ADAL" clId="{89A49411-7B0A-4471-B6D8-12119F35B12B}"/>
    <pc:docChg chg="undo custSel addSld delSld modSld">
      <pc:chgData name="Nguyễn Thúy Bình" userId="858b1091-1c25-4853-a8b6-467658b21ca4" providerId="ADAL" clId="{89A49411-7B0A-4471-B6D8-12119F35B12B}" dt="2024-04-22T09:30:09.319" v="354" actId="47"/>
      <pc:docMkLst>
        <pc:docMk/>
      </pc:docMkLst>
      <pc:sldChg chg="modSp mod">
        <pc:chgData name="Nguyễn Thúy Bình" userId="858b1091-1c25-4853-a8b6-467658b21ca4" providerId="ADAL" clId="{89A49411-7B0A-4471-B6D8-12119F35B12B}" dt="2024-03-25T06:04:21.201" v="117" actId="1076"/>
        <pc:sldMkLst>
          <pc:docMk/>
          <pc:sldMk cId="0" sldId="256"/>
        </pc:sldMkLst>
        <pc:spChg chg="mod">
          <ac:chgData name="Nguyễn Thúy Bình" userId="858b1091-1c25-4853-a8b6-467658b21ca4" providerId="ADAL" clId="{89A49411-7B0A-4471-B6D8-12119F35B12B}" dt="2024-03-25T06:04:21.201" v="117" actId="1076"/>
          <ac:spMkLst>
            <pc:docMk/>
            <pc:sldMk cId="0" sldId="256"/>
            <ac:spMk id="119" creationId="{00000000-0000-0000-0000-000000000000}"/>
          </ac:spMkLst>
        </pc:spChg>
      </pc:sldChg>
      <pc:sldChg chg="modSp mod">
        <pc:chgData name="Nguyễn Thúy Bình" userId="858b1091-1c25-4853-a8b6-467658b21ca4" providerId="ADAL" clId="{89A49411-7B0A-4471-B6D8-12119F35B12B}" dt="2024-03-25T06:03:22.621" v="104" actId="255"/>
        <pc:sldMkLst>
          <pc:docMk/>
          <pc:sldMk cId="556772497" sldId="324"/>
        </pc:sldMkLst>
        <pc:spChg chg="mod">
          <ac:chgData name="Nguyễn Thúy Bình" userId="858b1091-1c25-4853-a8b6-467658b21ca4" providerId="ADAL" clId="{89A49411-7B0A-4471-B6D8-12119F35B12B}" dt="2024-03-25T06:03:22.621" v="104" actId="255"/>
          <ac:spMkLst>
            <pc:docMk/>
            <pc:sldMk cId="556772497" sldId="324"/>
            <ac:spMk id="123" creationId="{00000000-0000-0000-0000-000000000000}"/>
          </ac:spMkLst>
        </pc:spChg>
      </pc:sldChg>
      <pc:sldChg chg="modSp mod">
        <pc:chgData name="Nguyễn Thúy Bình" userId="858b1091-1c25-4853-a8b6-467658b21ca4" providerId="ADAL" clId="{89A49411-7B0A-4471-B6D8-12119F35B12B}" dt="2024-03-25T06:04:00.786" v="111" actId="27636"/>
        <pc:sldMkLst>
          <pc:docMk/>
          <pc:sldMk cId="1183063556" sldId="325"/>
        </pc:sldMkLst>
        <pc:spChg chg="mod">
          <ac:chgData name="Nguyễn Thúy Bình" userId="858b1091-1c25-4853-a8b6-467658b21ca4" providerId="ADAL" clId="{89A49411-7B0A-4471-B6D8-12119F35B12B}" dt="2024-03-25T06:04:00.786" v="111" actId="27636"/>
          <ac:spMkLst>
            <pc:docMk/>
            <pc:sldMk cId="1183063556" sldId="325"/>
            <ac:spMk id="127" creationId="{00000000-0000-0000-0000-000000000000}"/>
          </ac:spMkLst>
        </pc:spChg>
      </pc:sldChg>
      <pc:sldChg chg="modSp mod">
        <pc:chgData name="Nguyễn Thúy Bình" userId="858b1091-1c25-4853-a8b6-467658b21ca4" providerId="ADAL" clId="{89A49411-7B0A-4471-B6D8-12119F35B12B}" dt="2024-03-25T06:04:00.800" v="112" actId="27636"/>
        <pc:sldMkLst>
          <pc:docMk/>
          <pc:sldMk cId="3323717868" sldId="328"/>
        </pc:sldMkLst>
        <pc:spChg chg="mod">
          <ac:chgData name="Nguyễn Thúy Bình" userId="858b1091-1c25-4853-a8b6-467658b21ca4" providerId="ADAL" clId="{89A49411-7B0A-4471-B6D8-12119F35B12B}" dt="2024-03-25T06:04:00.800" v="112" actId="27636"/>
          <ac:spMkLst>
            <pc:docMk/>
            <pc:sldMk cId="3323717868" sldId="328"/>
            <ac:spMk id="5" creationId="{00000000-0000-0000-0000-000000000000}"/>
          </ac:spMkLst>
        </pc:spChg>
      </pc:sldChg>
      <pc:sldChg chg="modSp mod">
        <pc:chgData name="Nguyễn Thúy Bình" userId="858b1091-1c25-4853-a8b6-467658b21ca4" providerId="ADAL" clId="{89A49411-7B0A-4471-B6D8-12119F35B12B}" dt="2024-03-25T06:04:12.059" v="116" actId="1076"/>
        <pc:sldMkLst>
          <pc:docMk/>
          <pc:sldMk cId="3967008416" sldId="330"/>
        </pc:sldMkLst>
        <pc:spChg chg="mod">
          <ac:chgData name="Nguyễn Thúy Bình" userId="858b1091-1c25-4853-a8b6-467658b21ca4" providerId="ADAL" clId="{89A49411-7B0A-4471-B6D8-12119F35B12B}" dt="2024-03-25T06:04:12.059" v="116" actId="1076"/>
          <ac:spMkLst>
            <pc:docMk/>
            <pc:sldMk cId="3967008416" sldId="330"/>
            <ac:spMk id="2" creationId="{00000000-0000-0000-0000-000000000000}"/>
          </ac:spMkLst>
        </pc:spChg>
        <pc:grpChg chg="mod">
          <ac:chgData name="Nguyễn Thúy Bình" userId="858b1091-1c25-4853-a8b6-467658b21ca4" providerId="ADAL" clId="{89A49411-7B0A-4471-B6D8-12119F35B12B}" dt="2024-03-25T06:04:09.065" v="115" actId="1076"/>
          <ac:grpSpMkLst>
            <pc:docMk/>
            <pc:sldMk cId="3967008416" sldId="330"/>
            <ac:grpSpMk id="8" creationId="{00000000-0000-0000-0000-000000000000}"/>
          </ac:grpSpMkLst>
        </pc:grpChg>
      </pc:sldChg>
      <pc:sldChg chg="add del">
        <pc:chgData name="Nguyễn Thúy Bình" userId="858b1091-1c25-4853-a8b6-467658b21ca4" providerId="ADAL" clId="{89A49411-7B0A-4471-B6D8-12119F35B12B}" dt="2024-04-22T09:29:58.883" v="349" actId="47"/>
        <pc:sldMkLst>
          <pc:docMk/>
          <pc:sldMk cId="122336464" sldId="336"/>
        </pc:sldMkLst>
      </pc:sldChg>
      <pc:sldChg chg="del">
        <pc:chgData name="Nguyễn Thúy Bình" userId="858b1091-1c25-4853-a8b6-467658b21ca4" providerId="ADAL" clId="{89A49411-7B0A-4471-B6D8-12119F35B12B}" dt="2024-03-27T00:43:19.176" v="118" actId="47"/>
        <pc:sldMkLst>
          <pc:docMk/>
          <pc:sldMk cId="933759618" sldId="354"/>
        </pc:sldMkLst>
      </pc:sldChg>
      <pc:sldChg chg="addSp delSp modSp new add del mod">
        <pc:chgData name="Nguyễn Thúy Bình" userId="858b1091-1c25-4853-a8b6-467658b21ca4" providerId="ADAL" clId="{89A49411-7B0A-4471-B6D8-12119F35B12B}" dt="2024-04-22T09:30:00.165" v="350" actId="47"/>
        <pc:sldMkLst>
          <pc:docMk/>
          <pc:sldMk cId="3108008255" sldId="358"/>
        </pc:sldMkLst>
        <pc:spChg chg="del">
          <ac:chgData name="Nguyễn Thúy Bình" userId="858b1091-1c25-4853-a8b6-467658b21ca4" providerId="ADAL" clId="{89A49411-7B0A-4471-B6D8-12119F35B12B}" dt="2024-03-27T02:01:25.321" v="121" actId="478"/>
          <ac:spMkLst>
            <pc:docMk/>
            <pc:sldMk cId="3108008255" sldId="358"/>
            <ac:spMk id="2" creationId="{D116FCDF-9192-9A32-5543-64DD6422D90C}"/>
          </ac:spMkLst>
        </pc:spChg>
        <pc:spChg chg="del">
          <ac:chgData name="Nguyễn Thúy Bình" userId="858b1091-1c25-4853-a8b6-467658b21ca4" providerId="ADAL" clId="{89A49411-7B0A-4471-B6D8-12119F35B12B}" dt="2024-03-27T02:01:23.670" v="120" actId="478"/>
          <ac:spMkLst>
            <pc:docMk/>
            <pc:sldMk cId="3108008255" sldId="358"/>
            <ac:spMk id="3" creationId="{B7E1CE2D-49AF-D8D5-4018-82C285B86C73}"/>
          </ac:spMkLst>
        </pc:spChg>
        <pc:picChg chg="add mod">
          <ac:chgData name="Nguyễn Thúy Bình" userId="858b1091-1c25-4853-a8b6-467658b21ca4" providerId="ADAL" clId="{89A49411-7B0A-4471-B6D8-12119F35B12B}" dt="2024-03-30T01:59:28.021" v="129" actId="1035"/>
          <ac:picMkLst>
            <pc:docMk/>
            <pc:sldMk cId="3108008255" sldId="358"/>
            <ac:picMk id="5" creationId="{EAEE31EA-0BF1-7ECF-B502-55250E2E5CA3}"/>
          </ac:picMkLst>
        </pc:picChg>
      </pc:sldChg>
      <pc:sldChg chg="addSp delSp modSp new mod">
        <pc:chgData name="Nguyễn Thúy Bình" userId="858b1091-1c25-4853-a8b6-467658b21ca4" providerId="ADAL" clId="{89A49411-7B0A-4471-B6D8-12119F35B12B}" dt="2024-04-17T06:38:23.437" v="135" actId="1076"/>
        <pc:sldMkLst>
          <pc:docMk/>
          <pc:sldMk cId="3048114171" sldId="359"/>
        </pc:sldMkLst>
        <pc:spChg chg="del">
          <ac:chgData name="Nguyễn Thúy Bình" userId="858b1091-1c25-4853-a8b6-467658b21ca4" providerId="ADAL" clId="{89A49411-7B0A-4471-B6D8-12119F35B12B}" dt="2024-04-17T06:38:17.483" v="131" actId="478"/>
          <ac:spMkLst>
            <pc:docMk/>
            <pc:sldMk cId="3048114171" sldId="359"/>
            <ac:spMk id="2" creationId="{169DF153-9EF2-FD84-F022-9A21EE493E35}"/>
          </ac:spMkLst>
        </pc:spChg>
        <pc:spChg chg="del">
          <ac:chgData name="Nguyễn Thúy Bình" userId="858b1091-1c25-4853-a8b6-467658b21ca4" providerId="ADAL" clId="{89A49411-7B0A-4471-B6D8-12119F35B12B}" dt="2024-04-17T06:38:18.583" v="132" actId="478"/>
          <ac:spMkLst>
            <pc:docMk/>
            <pc:sldMk cId="3048114171" sldId="359"/>
            <ac:spMk id="3" creationId="{995633AD-3171-2C44-8DBA-09A577BDDB49}"/>
          </ac:spMkLst>
        </pc:spChg>
        <pc:picChg chg="add mod">
          <ac:chgData name="Nguyễn Thúy Bình" userId="858b1091-1c25-4853-a8b6-467658b21ca4" providerId="ADAL" clId="{89A49411-7B0A-4471-B6D8-12119F35B12B}" dt="2024-04-17T06:38:23.437" v="135" actId="1076"/>
          <ac:picMkLst>
            <pc:docMk/>
            <pc:sldMk cId="3048114171" sldId="359"/>
            <ac:picMk id="5" creationId="{0D8BD2CE-FFC0-C673-6E36-15EF7644CCE3}"/>
          </ac:picMkLst>
        </pc:picChg>
      </pc:sldChg>
      <pc:sldChg chg="addSp delSp modSp new mod">
        <pc:chgData name="Nguyễn Thúy Bình" userId="858b1091-1c25-4853-a8b6-467658b21ca4" providerId="ADAL" clId="{89A49411-7B0A-4471-B6D8-12119F35B12B}" dt="2024-04-17T06:51:00.499" v="196" actId="1076"/>
        <pc:sldMkLst>
          <pc:docMk/>
          <pc:sldMk cId="1077463933" sldId="360"/>
        </pc:sldMkLst>
        <pc:spChg chg="del">
          <ac:chgData name="Nguyễn Thúy Bình" userId="858b1091-1c25-4853-a8b6-467658b21ca4" providerId="ADAL" clId="{89A49411-7B0A-4471-B6D8-12119F35B12B}" dt="2024-04-17T06:44:43.834" v="137" actId="478"/>
          <ac:spMkLst>
            <pc:docMk/>
            <pc:sldMk cId="1077463933" sldId="360"/>
            <ac:spMk id="2" creationId="{43F5E1E2-75D8-2567-8F6F-D4FD89DD637D}"/>
          </ac:spMkLst>
        </pc:spChg>
        <pc:spChg chg="del">
          <ac:chgData name="Nguyễn Thúy Bình" userId="858b1091-1c25-4853-a8b6-467658b21ca4" providerId="ADAL" clId="{89A49411-7B0A-4471-B6D8-12119F35B12B}" dt="2024-04-17T06:44:46.720" v="138" actId="478"/>
          <ac:spMkLst>
            <pc:docMk/>
            <pc:sldMk cId="1077463933" sldId="360"/>
            <ac:spMk id="3" creationId="{5C96BEDB-7ED6-C2E2-B13B-81B9BEFD78D6}"/>
          </ac:spMkLst>
        </pc:spChg>
        <pc:spChg chg="add mod">
          <ac:chgData name="Nguyễn Thúy Bình" userId="858b1091-1c25-4853-a8b6-467658b21ca4" providerId="ADAL" clId="{89A49411-7B0A-4471-B6D8-12119F35B12B}" dt="2024-04-17T06:48:27.608" v="162" actId="1076"/>
          <ac:spMkLst>
            <pc:docMk/>
            <pc:sldMk cId="1077463933" sldId="360"/>
            <ac:spMk id="8" creationId="{83127B56-0E74-E688-0975-8FA225EE436A}"/>
          </ac:spMkLst>
        </pc:spChg>
        <pc:spChg chg="add mod">
          <ac:chgData name="Nguyễn Thúy Bình" userId="858b1091-1c25-4853-a8b6-467658b21ca4" providerId="ADAL" clId="{89A49411-7B0A-4471-B6D8-12119F35B12B}" dt="2024-04-17T06:46:56.629" v="155" actId="164"/>
          <ac:spMkLst>
            <pc:docMk/>
            <pc:sldMk cId="1077463933" sldId="360"/>
            <ac:spMk id="9" creationId="{97F4E33E-46F4-284C-70A7-ACB0603FFE46}"/>
          </ac:spMkLst>
        </pc:spChg>
        <pc:spChg chg="add mod">
          <ac:chgData name="Nguyễn Thúy Bình" userId="858b1091-1c25-4853-a8b6-467658b21ca4" providerId="ADAL" clId="{89A49411-7B0A-4471-B6D8-12119F35B12B}" dt="2024-04-17T06:48:42.978" v="165" actId="1076"/>
          <ac:spMkLst>
            <pc:docMk/>
            <pc:sldMk cId="1077463933" sldId="360"/>
            <ac:spMk id="11" creationId="{269F4C24-F668-C8EC-95E3-D8443BD47AF4}"/>
          </ac:spMkLst>
        </pc:spChg>
        <pc:spChg chg="add mod">
          <ac:chgData name="Nguyễn Thúy Bình" userId="858b1091-1c25-4853-a8b6-467658b21ca4" providerId="ADAL" clId="{89A49411-7B0A-4471-B6D8-12119F35B12B}" dt="2024-04-17T06:48:46.855" v="167" actId="1076"/>
          <ac:spMkLst>
            <pc:docMk/>
            <pc:sldMk cId="1077463933" sldId="360"/>
            <ac:spMk id="12" creationId="{1B25B257-3D79-C22E-79EE-D3AB53F4950C}"/>
          </ac:spMkLst>
        </pc:spChg>
        <pc:spChg chg="add mod">
          <ac:chgData name="Nguyễn Thúy Bình" userId="858b1091-1c25-4853-a8b6-467658b21ca4" providerId="ADAL" clId="{89A49411-7B0A-4471-B6D8-12119F35B12B}" dt="2024-04-17T06:49:20.589" v="170" actId="1076"/>
          <ac:spMkLst>
            <pc:docMk/>
            <pc:sldMk cId="1077463933" sldId="360"/>
            <ac:spMk id="13" creationId="{FBB24866-8B74-ED2C-CAB8-AFC97D3D2E7E}"/>
          </ac:spMkLst>
        </pc:spChg>
        <pc:spChg chg="add mod">
          <ac:chgData name="Nguyễn Thúy Bình" userId="858b1091-1c25-4853-a8b6-467658b21ca4" providerId="ADAL" clId="{89A49411-7B0A-4471-B6D8-12119F35B12B}" dt="2024-04-17T06:49:50.018" v="173" actId="1076"/>
          <ac:spMkLst>
            <pc:docMk/>
            <pc:sldMk cId="1077463933" sldId="360"/>
            <ac:spMk id="14" creationId="{771F2138-1B31-C8E8-589D-A04E6A5DB05F}"/>
          </ac:spMkLst>
        </pc:spChg>
        <pc:spChg chg="add mod">
          <ac:chgData name="Nguyễn Thúy Bình" userId="858b1091-1c25-4853-a8b6-467658b21ca4" providerId="ADAL" clId="{89A49411-7B0A-4471-B6D8-12119F35B12B}" dt="2024-04-17T06:50:01.003" v="175" actId="1076"/>
          <ac:spMkLst>
            <pc:docMk/>
            <pc:sldMk cId="1077463933" sldId="360"/>
            <ac:spMk id="15" creationId="{3BEA7063-F1C5-CCCF-DC66-7AB7CFD88825}"/>
          </ac:spMkLst>
        </pc:spChg>
        <pc:spChg chg="add mod">
          <ac:chgData name="Nguyễn Thúy Bình" userId="858b1091-1c25-4853-a8b6-467658b21ca4" providerId="ADAL" clId="{89A49411-7B0A-4471-B6D8-12119F35B12B}" dt="2024-04-17T06:50:05.080" v="177" actId="1076"/>
          <ac:spMkLst>
            <pc:docMk/>
            <pc:sldMk cId="1077463933" sldId="360"/>
            <ac:spMk id="16" creationId="{CEE37BED-1F9C-9C15-3172-7264D3153277}"/>
          </ac:spMkLst>
        </pc:spChg>
        <pc:spChg chg="add mod">
          <ac:chgData name="Nguyễn Thúy Bình" userId="858b1091-1c25-4853-a8b6-467658b21ca4" providerId="ADAL" clId="{89A49411-7B0A-4471-B6D8-12119F35B12B}" dt="2024-04-17T06:50:14.066" v="179" actId="1076"/>
          <ac:spMkLst>
            <pc:docMk/>
            <pc:sldMk cId="1077463933" sldId="360"/>
            <ac:spMk id="17" creationId="{5D9C06E6-8C6C-557F-BFB6-2502AC2E5B86}"/>
          </ac:spMkLst>
        </pc:spChg>
        <pc:spChg chg="add mod">
          <ac:chgData name="Nguyễn Thúy Bình" userId="858b1091-1c25-4853-a8b6-467658b21ca4" providerId="ADAL" clId="{89A49411-7B0A-4471-B6D8-12119F35B12B}" dt="2024-04-17T06:50:17.463" v="181" actId="1076"/>
          <ac:spMkLst>
            <pc:docMk/>
            <pc:sldMk cId="1077463933" sldId="360"/>
            <ac:spMk id="18" creationId="{A2B338C2-7404-3271-4124-9E8FB7212C4E}"/>
          </ac:spMkLst>
        </pc:spChg>
        <pc:spChg chg="add mod">
          <ac:chgData name="Nguyễn Thúy Bình" userId="858b1091-1c25-4853-a8b6-467658b21ca4" providerId="ADAL" clId="{89A49411-7B0A-4471-B6D8-12119F35B12B}" dt="2024-04-17T06:50:22.917" v="183" actId="1076"/>
          <ac:spMkLst>
            <pc:docMk/>
            <pc:sldMk cId="1077463933" sldId="360"/>
            <ac:spMk id="19" creationId="{2D607CDC-9391-D1A1-5C53-76521A4B4F85}"/>
          </ac:spMkLst>
        </pc:spChg>
        <pc:spChg chg="add mod">
          <ac:chgData name="Nguyễn Thúy Bình" userId="858b1091-1c25-4853-a8b6-467658b21ca4" providerId="ADAL" clId="{89A49411-7B0A-4471-B6D8-12119F35B12B}" dt="2024-04-17T06:50:26.306" v="185" actId="1076"/>
          <ac:spMkLst>
            <pc:docMk/>
            <pc:sldMk cId="1077463933" sldId="360"/>
            <ac:spMk id="20" creationId="{97607F36-69FD-123A-564E-361DD74D1023}"/>
          </ac:spMkLst>
        </pc:spChg>
        <pc:spChg chg="add mod">
          <ac:chgData name="Nguyễn Thúy Bình" userId="858b1091-1c25-4853-a8b6-467658b21ca4" providerId="ADAL" clId="{89A49411-7B0A-4471-B6D8-12119F35B12B}" dt="2024-04-17T06:50:33.719" v="187" actId="1076"/>
          <ac:spMkLst>
            <pc:docMk/>
            <pc:sldMk cId="1077463933" sldId="360"/>
            <ac:spMk id="21" creationId="{38B1063F-4E04-6ACB-64CC-632F07535158}"/>
          </ac:spMkLst>
        </pc:spChg>
        <pc:spChg chg="add mod">
          <ac:chgData name="Nguyễn Thúy Bình" userId="858b1091-1c25-4853-a8b6-467658b21ca4" providerId="ADAL" clId="{89A49411-7B0A-4471-B6D8-12119F35B12B}" dt="2024-04-17T06:50:37.062" v="189" actId="1076"/>
          <ac:spMkLst>
            <pc:docMk/>
            <pc:sldMk cId="1077463933" sldId="360"/>
            <ac:spMk id="22" creationId="{DF32ED0E-CE45-4D31-6F52-FC04B28CF635}"/>
          </ac:spMkLst>
        </pc:spChg>
        <pc:spChg chg="add mod">
          <ac:chgData name="Nguyễn Thúy Bình" userId="858b1091-1c25-4853-a8b6-467658b21ca4" providerId="ADAL" clId="{89A49411-7B0A-4471-B6D8-12119F35B12B}" dt="2024-04-17T06:50:44.883" v="193" actId="1076"/>
          <ac:spMkLst>
            <pc:docMk/>
            <pc:sldMk cId="1077463933" sldId="360"/>
            <ac:spMk id="23" creationId="{AC98150F-2852-09CF-ABD3-C86B9E2D3FDA}"/>
          </ac:spMkLst>
        </pc:spChg>
        <pc:spChg chg="add mod">
          <ac:chgData name="Nguyễn Thúy Bình" userId="858b1091-1c25-4853-a8b6-467658b21ca4" providerId="ADAL" clId="{89A49411-7B0A-4471-B6D8-12119F35B12B}" dt="2024-04-17T06:50:56.764" v="194" actId="1076"/>
          <ac:spMkLst>
            <pc:docMk/>
            <pc:sldMk cId="1077463933" sldId="360"/>
            <ac:spMk id="24" creationId="{02CAD994-A47B-FCA7-26B8-3B7A3B9195F7}"/>
          </ac:spMkLst>
        </pc:spChg>
        <pc:spChg chg="add mod">
          <ac:chgData name="Nguyễn Thúy Bình" userId="858b1091-1c25-4853-a8b6-467658b21ca4" providerId="ADAL" clId="{89A49411-7B0A-4471-B6D8-12119F35B12B}" dt="2024-04-17T06:51:00.499" v="196" actId="1076"/>
          <ac:spMkLst>
            <pc:docMk/>
            <pc:sldMk cId="1077463933" sldId="360"/>
            <ac:spMk id="25" creationId="{60551131-2173-F7AA-AB8A-82B3C3AEECBD}"/>
          </ac:spMkLst>
        </pc:spChg>
        <pc:grpChg chg="add mod">
          <ac:chgData name="Nguyễn Thúy Bình" userId="858b1091-1c25-4853-a8b6-467658b21ca4" providerId="ADAL" clId="{89A49411-7B0A-4471-B6D8-12119F35B12B}" dt="2024-04-17T06:49:45.655" v="171" actId="1076"/>
          <ac:grpSpMkLst>
            <pc:docMk/>
            <pc:sldMk cId="1077463933" sldId="360"/>
            <ac:grpSpMk id="10" creationId="{E34F1D68-6AD9-48EA-E230-5D1C15867D01}"/>
          </ac:grpSpMkLst>
        </pc:grpChg>
        <pc:picChg chg="add mod">
          <ac:chgData name="Nguyễn Thúy Bình" userId="858b1091-1c25-4853-a8b6-467658b21ca4" providerId="ADAL" clId="{89A49411-7B0A-4471-B6D8-12119F35B12B}" dt="2024-04-17T06:44:59.696" v="142" actId="1076"/>
          <ac:picMkLst>
            <pc:docMk/>
            <pc:sldMk cId="1077463933" sldId="360"/>
            <ac:picMk id="5" creationId="{4E3747AE-20E1-C946-7AA1-86F42F2619A1}"/>
          </ac:picMkLst>
        </pc:picChg>
        <pc:picChg chg="add mod">
          <ac:chgData name="Nguyễn Thúy Bình" userId="858b1091-1c25-4853-a8b6-467658b21ca4" providerId="ADAL" clId="{89A49411-7B0A-4471-B6D8-12119F35B12B}" dt="2024-04-17T06:46:56.629" v="155" actId="164"/>
          <ac:picMkLst>
            <pc:docMk/>
            <pc:sldMk cId="1077463933" sldId="360"/>
            <ac:picMk id="7" creationId="{75C27BA9-E6A5-DC99-336B-EC25CC3C5091}"/>
          </ac:picMkLst>
        </pc:picChg>
      </pc:sldChg>
      <pc:sldChg chg="addSp delSp modSp new mod">
        <pc:chgData name="Nguyễn Thúy Bình" userId="858b1091-1c25-4853-a8b6-467658b21ca4" providerId="ADAL" clId="{89A49411-7B0A-4471-B6D8-12119F35B12B}" dt="2024-04-17T07:02:27.769" v="288" actId="21"/>
        <pc:sldMkLst>
          <pc:docMk/>
          <pc:sldMk cId="2135842235" sldId="361"/>
        </pc:sldMkLst>
        <pc:spChg chg="del">
          <ac:chgData name="Nguyễn Thúy Bình" userId="858b1091-1c25-4853-a8b6-467658b21ca4" providerId="ADAL" clId="{89A49411-7B0A-4471-B6D8-12119F35B12B}" dt="2024-04-17T06:52:20.261" v="199" actId="478"/>
          <ac:spMkLst>
            <pc:docMk/>
            <pc:sldMk cId="2135842235" sldId="361"/>
            <ac:spMk id="2" creationId="{32392C7F-57D1-2676-46BF-B85B480BF8E1}"/>
          </ac:spMkLst>
        </pc:spChg>
        <pc:spChg chg="del">
          <ac:chgData name="Nguyễn Thúy Bình" userId="858b1091-1c25-4853-a8b6-467658b21ca4" providerId="ADAL" clId="{89A49411-7B0A-4471-B6D8-12119F35B12B}" dt="2024-04-17T06:52:18.231" v="198" actId="478"/>
          <ac:spMkLst>
            <pc:docMk/>
            <pc:sldMk cId="2135842235" sldId="361"/>
            <ac:spMk id="3" creationId="{69CDE1FD-D8DC-6005-A46C-0D9A64B6D091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5" creationId="{015D844C-EEF8-D46E-C54D-568AE1F7141B}"/>
          </ac:spMkLst>
        </pc:spChg>
        <pc:spChg chg="mod">
          <ac:chgData name="Nguyễn Thúy Bình" userId="858b1091-1c25-4853-a8b6-467658b21ca4" providerId="ADAL" clId="{89A49411-7B0A-4471-B6D8-12119F35B12B}" dt="2024-04-17T06:52:21.525" v="200"/>
          <ac:spMkLst>
            <pc:docMk/>
            <pc:sldMk cId="2135842235" sldId="361"/>
            <ac:spMk id="8" creationId="{047F5635-94E9-AFA3-4A50-FE2A2446EB90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9" creationId="{485EE7B9-7A42-74CB-F294-6413F515D043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10" creationId="{85F8CFD2-68FF-6DD2-39C0-9E0BCA856963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11" creationId="{FA3C6B38-3DEC-5617-3857-03892B38C7BD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12" creationId="{C1F39DFD-5C8D-CB95-C247-801FCE12344B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13" creationId="{F26CBBCA-FBF7-FAB6-A048-3B503C7C3579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14" creationId="{7E3B1CDD-2F04-BB82-41D8-4F1FDE39E32B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15" creationId="{777B92F1-40A3-5ABE-BE87-916CCA17D348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16" creationId="{7513156A-A9D5-CEFF-81D9-3C05932F0014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17" creationId="{311C4879-E5DA-5D09-8059-533A9D18BBED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18" creationId="{0EC6FB06-346D-6BD9-EB61-DDF91D7F1EF0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19" creationId="{01D21CB4-6C1E-2093-17A7-CFC49913C942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20" creationId="{902182C2-AB6D-2487-4545-565BC81FFE2D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21" creationId="{FD1559AF-9F52-0274-9E49-186C38F99B6D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22" creationId="{14BE8FF5-9577-0EDE-1D3C-6C671609CD8C}"/>
          </ac:spMkLst>
        </pc:spChg>
        <pc:spChg chg="add del mod">
          <ac:chgData name="Nguyễn Thúy Bình" userId="858b1091-1c25-4853-a8b6-467658b21ca4" providerId="ADAL" clId="{89A49411-7B0A-4471-B6D8-12119F35B12B}" dt="2024-04-17T06:52:26.950" v="201" actId="478"/>
          <ac:spMkLst>
            <pc:docMk/>
            <pc:sldMk cId="2135842235" sldId="361"/>
            <ac:spMk id="23" creationId="{E13CD996-DC6F-E2F1-E990-B64B2ED5FD49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25" creationId="{227D4EBE-E847-2DC2-F90C-7070CB2EF4E8}"/>
          </ac:spMkLst>
        </pc:spChg>
        <pc:spChg chg="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28" creationId="{EDD2F956-AE1D-D9BE-BF68-5347C90EA690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29" creationId="{74F34E4A-294A-91D0-B00E-7A92C842877A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30" creationId="{F637DB8E-63A1-FBD7-17F4-646AA44BFCBF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31" creationId="{553C3003-5BF2-0444-0AEF-9C67B1BF0D70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32" creationId="{74B051FF-CE2E-8E52-8D1A-1E79F8EF8CF7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33" creationId="{41AB7280-6D31-A5F9-8D44-C246C25D180A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34" creationId="{F950AF34-309D-A045-1419-B0DE83F48135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35" creationId="{3682244A-656B-D7FA-4D20-89CFEFF8489B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36" creationId="{84F76891-0C7D-8E58-3CF3-BC582B35FEF2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37" creationId="{1165F74F-A515-F086-FCB7-CC19DAB7EFD0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38" creationId="{DD6EC9DC-5B58-6A49-6F10-76609FF70F0F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39" creationId="{2DF0051E-ECD4-B8D9-0C9D-6CCDD11CC39F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40" creationId="{EF6A9FE4-83A2-6722-5453-FA9956F002E1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41" creationId="{A643D6DE-B80F-096C-3B4B-8F9CBA0678F8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42" creationId="{36687963-4FA9-530C-D4BF-7A4EE0326207}"/>
          </ac:spMkLst>
        </pc:spChg>
        <pc:spChg chg="add mod">
          <ac:chgData name="Nguyễn Thúy Bình" userId="858b1091-1c25-4853-a8b6-467658b21ca4" providerId="ADAL" clId="{89A49411-7B0A-4471-B6D8-12119F35B12B}" dt="2024-04-17T06:52:30.492" v="202"/>
          <ac:spMkLst>
            <pc:docMk/>
            <pc:sldMk cId="2135842235" sldId="361"/>
            <ac:spMk id="43" creationId="{69A0369A-5BA9-4D75-BD10-F3B145F5ACE4}"/>
          </ac:spMkLst>
        </pc:spChg>
        <pc:spChg chg="add mod">
          <ac:chgData name="Nguyễn Thúy Bình" userId="858b1091-1c25-4853-a8b6-467658b21ca4" providerId="ADAL" clId="{89A49411-7B0A-4471-B6D8-12119F35B12B}" dt="2024-04-17T06:52:36.579" v="204" actId="1076"/>
          <ac:spMkLst>
            <pc:docMk/>
            <pc:sldMk cId="2135842235" sldId="361"/>
            <ac:spMk id="44" creationId="{BBB08295-865F-477D-5EFF-A5AF7C2CAC1F}"/>
          </ac:spMkLst>
        </pc:spChg>
        <pc:spChg chg="add mod">
          <ac:chgData name="Nguyễn Thúy Bình" userId="858b1091-1c25-4853-a8b6-467658b21ca4" providerId="ADAL" clId="{89A49411-7B0A-4471-B6D8-12119F35B12B}" dt="2024-04-17T06:53:45.393" v="208" actId="1076"/>
          <ac:spMkLst>
            <pc:docMk/>
            <pc:sldMk cId="2135842235" sldId="361"/>
            <ac:spMk id="45" creationId="{DD4522F8-7829-8400-EC27-8EA1640E36A7}"/>
          </ac:spMkLst>
        </pc:spChg>
        <pc:spChg chg="add mod">
          <ac:chgData name="Nguyễn Thúy Bình" userId="858b1091-1c25-4853-a8b6-467658b21ca4" providerId="ADAL" clId="{89A49411-7B0A-4471-B6D8-12119F35B12B}" dt="2024-04-17T06:53:50.027" v="210" actId="1076"/>
          <ac:spMkLst>
            <pc:docMk/>
            <pc:sldMk cId="2135842235" sldId="361"/>
            <ac:spMk id="46" creationId="{93B879ED-4035-3FDB-CB45-48E66AFCE73B}"/>
          </ac:spMkLst>
        </pc:spChg>
        <pc:spChg chg="add mod">
          <ac:chgData name="Nguyễn Thúy Bình" userId="858b1091-1c25-4853-a8b6-467658b21ca4" providerId="ADAL" clId="{89A49411-7B0A-4471-B6D8-12119F35B12B}" dt="2024-04-17T06:53:53.207" v="212" actId="1076"/>
          <ac:spMkLst>
            <pc:docMk/>
            <pc:sldMk cId="2135842235" sldId="361"/>
            <ac:spMk id="47" creationId="{1457E82E-3161-78E8-6E09-3D11A7F61F50}"/>
          </ac:spMkLst>
        </pc:spChg>
        <pc:spChg chg="add mod">
          <ac:chgData name="Nguyễn Thúy Bình" userId="858b1091-1c25-4853-a8b6-467658b21ca4" providerId="ADAL" clId="{89A49411-7B0A-4471-B6D8-12119F35B12B}" dt="2024-04-17T06:54:14.139" v="216" actId="1076"/>
          <ac:spMkLst>
            <pc:docMk/>
            <pc:sldMk cId="2135842235" sldId="361"/>
            <ac:spMk id="48" creationId="{2D0BD9F9-E686-3B85-6951-7894CD3D2FAB}"/>
          </ac:spMkLst>
        </pc:spChg>
        <pc:spChg chg="add mod">
          <ac:chgData name="Nguyễn Thúy Bình" userId="858b1091-1c25-4853-a8b6-467658b21ca4" providerId="ADAL" clId="{89A49411-7B0A-4471-B6D8-12119F35B12B}" dt="2024-04-17T06:54:19.675" v="218" actId="1076"/>
          <ac:spMkLst>
            <pc:docMk/>
            <pc:sldMk cId="2135842235" sldId="361"/>
            <ac:spMk id="49" creationId="{EAE5E509-B5FB-3AF5-61B3-95FEF6A51C9D}"/>
          </ac:spMkLst>
        </pc:spChg>
        <pc:spChg chg="add mod">
          <ac:chgData name="Nguyễn Thúy Bình" userId="858b1091-1c25-4853-a8b6-467658b21ca4" providerId="ADAL" clId="{89A49411-7B0A-4471-B6D8-12119F35B12B}" dt="2024-04-17T06:54:27.490" v="220" actId="1076"/>
          <ac:spMkLst>
            <pc:docMk/>
            <pc:sldMk cId="2135842235" sldId="361"/>
            <ac:spMk id="50" creationId="{DC204C3E-2ED2-4CCC-1E19-934AA55EA6F6}"/>
          </ac:spMkLst>
        </pc:spChg>
        <pc:spChg chg="add mod">
          <ac:chgData name="Nguyễn Thúy Bình" userId="858b1091-1c25-4853-a8b6-467658b21ca4" providerId="ADAL" clId="{89A49411-7B0A-4471-B6D8-12119F35B12B}" dt="2024-04-17T06:54:36.185" v="222" actId="1076"/>
          <ac:spMkLst>
            <pc:docMk/>
            <pc:sldMk cId="2135842235" sldId="361"/>
            <ac:spMk id="51" creationId="{7D2C2AD9-B7CF-DBEE-EAF8-7A3C0212FF1A}"/>
          </ac:spMkLst>
        </pc:spChg>
        <pc:spChg chg="add mod">
          <ac:chgData name="Nguyễn Thúy Bình" userId="858b1091-1c25-4853-a8b6-467658b21ca4" providerId="ADAL" clId="{89A49411-7B0A-4471-B6D8-12119F35B12B}" dt="2024-04-17T06:54:44.331" v="226" actId="1076"/>
          <ac:spMkLst>
            <pc:docMk/>
            <pc:sldMk cId="2135842235" sldId="361"/>
            <ac:spMk id="52" creationId="{003ADEF9-ADE5-C47A-DCF2-B5712944C198}"/>
          </ac:spMkLst>
        </pc:spChg>
        <pc:spChg chg="add mod">
          <ac:chgData name="Nguyễn Thúy Bình" userId="858b1091-1c25-4853-a8b6-467658b21ca4" providerId="ADAL" clId="{89A49411-7B0A-4471-B6D8-12119F35B12B}" dt="2024-04-17T06:54:47.488" v="228" actId="1076"/>
          <ac:spMkLst>
            <pc:docMk/>
            <pc:sldMk cId="2135842235" sldId="361"/>
            <ac:spMk id="53" creationId="{22575DE9-3783-FE21-D52D-A7494D3DAEC7}"/>
          </ac:spMkLst>
        </pc:spChg>
        <pc:spChg chg="add mod">
          <ac:chgData name="Nguyễn Thúy Bình" userId="858b1091-1c25-4853-a8b6-467658b21ca4" providerId="ADAL" clId="{89A49411-7B0A-4471-B6D8-12119F35B12B}" dt="2024-04-17T06:54:53.626" v="230" actId="1076"/>
          <ac:spMkLst>
            <pc:docMk/>
            <pc:sldMk cId="2135842235" sldId="361"/>
            <ac:spMk id="54" creationId="{FCD61CA2-37BF-084F-E236-0EF69FE51F63}"/>
          </ac:spMkLst>
        </pc:spChg>
        <pc:spChg chg="add mod">
          <ac:chgData name="Nguyễn Thúy Bình" userId="858b1091-1c25-4853-a8b6-467658b21ca4" providerId="ADAL" clId="{89A49411-7B0A-4471-B6D8-12119F35B12B}" dt="2024-04-17T06:54:56.769" v="232" actId="1076"/>
          <ac:spMkLst>
            <pc:docMk/>
            <pc:sldMk cId="2135842235" sldId="361"/>
            <ac:spMk id="55" creationId="{FBB6F066-2ED0-9342-AFF7-6159FA68EC2E}"/>
          </ac:spMkLst>
        </pc:spChg>
        <pc:spChg chg="add mod">
          <ac:chgData name="Nguyễn Thúy Bình" userId="858b1091-1c25-4853-a8b6-467658b21ca4" providerId="ADAL" clId="{89A49411-7B0A-4471-B6D8-12119F35B12B}" dt="2024-04-17T06:54:59.755" v="234" actId="1076"/>
          <ac:spMkLst>
            <pc:docMk/>
            <pc:sldMk cId="2135842235" sldId="361"/>
            <ac:spMk id="56" creationId="{C91D05C7-636C-6032-D2E2-567C0AEAD2D4}"/>
          </ac:spMkLst>
        </pc:spChg>
        <pc:spChg chg="add del mod">
          <ac:chgData name="Nguyễn Thúy Bình" userId="858b1091-1c25-4853-a8b6-467658b21ca4" providerId="ADAL" clId="{89A49411-7B0A-4471-B6D8-12119F35B12B}" dt="2024-04-17T07:02:27.769" v="288" actId="21"/>
          <ac:spMkLst>
            <pc:docMk/>
            <pc:sldMk cId="2135842235" sldId="361"/>
            <ac:spMk id="57" creationId="{C08E34CD-23A2-C05E-0616-5260ECF0F5E9}"/>
          </ac:spMkLst>
        </pc:spChg>
        <pc:grpChg chg="add mod">
          <ac:chgData name="Nguyễn Thúy Bình" userId="858b1091-1c25-4853-a8b6-467658b21ca4" providerId="ADAL" clId="{89A49411-7B0A-4471-B6D8-12119F35B12B}" dt="2024-04-17T06:54:07.352" v="213" actId="1076"/>
          <ac:grpSpMkLst>
            <pc:docMk/>
            <pc:sldMk cId="2135842235" sldId="361"/>
            <ac:grpSpMk id="6" creationId="{336E456F-0DFA-B3F6-47FD-6CD2A4475334}"/>
          </ac:grpSpMkLst>
        </pc:grpChg>
        <pc:grpChg chg="add mod">
          <ac:chgData name="Nguyễn Thúy Bình" userId="858b1091-1c25-4853-a8b6-467658b21ca4" providerId="ADAL" clId="{89A49411-7B0A-4471-B6D8-12119F35B12B}" dt="2024-04-17T06:52:30.492" v="202"/>
          <ac:grpSpMkLst>
            <pc:docMk/>
            <pc:sldMk cId="2135842235" sldId="361"/>
            <ac:grpSpMk id="26" creationId="{26DA1CC8-59B1-5B41-737A-4964C07ACDAA}"/>
          </ac:grpSpMkLst>
        </pc:grpChg>
        <pc:picChg chg="add mod">
          <ac:chgData name="Nguyễn Thúy Bình" userId="858b1091-1c25-4853-a8b6-467658b21ca4" providerId="ADAL" clId="{89A49411-7B0A-4471-B6D8-12119F35B12B}" dt="2024-04-17T06:52:21.525" v="200"/>
          <ac:picMkLst>
            <pc:docMk/>
            <pc:sldMk cId="2135842235" sldId="361"/>
            <ac:picMk id="4" creationId="{F0E42CEF-F523-7FBD-DE5C-B8F721F7AA29}"/>
          </ac:picMkLst>
        </pc:picChg>
        <pc:picChg chg="mod">
          <ac:chgData name="Nguyễn Thúy Bình" userId="858b1091-1c25-4853-a8b6-467658b21ca4" providerId="ADAL" clId="{89A49411-7B0A-4471-B6D8-12119F35B12B}" dt="2024-04-17T06:52:21.525" v="200"/>
          <ac:picMkLst>
            <pc:docMk/>
            <pc:sldMk cId="2135842235" sldId="361"/>
            <ac:picMk id="7" creationId="{E65E27D8-1604-56F6-CAD3-CC5F1388A3DE}"/>
          </ac:picMkLst>
        </pc:picChg>
        <pc:picChg chg="add mod">
          <ac:chgData name="Nguyễn Thúy Bình" userId="858b1091-1c25-4853-a8b6-467658b21ca4" providerId="ADAL" clId="{89A49411-7B0A-4471-B6D8-12119F35B12B}" dt="2024-04-17T06:52:30.492" v="202"/>
          <ac:picMkLst>
            <pc:docMk/>
            <pc:sldMk cId="2135842235" sldId="361"/>
            <ac:picMk id="24" creationId="{657ED2AA-35C3-331E-33FE-9F9B8E7CD0D3}"/>
          </ac:picMkLst>
        </pc:picChg>
        <pc:picChg chg="mod">
          <ac:chgData name="Nguyễn Thúy Bình" userId="858b1091-1c25-4853-a8b6-467658b21ca4" providerId="ADAL" clId="{89A49411-7B0A-4471-B6D8-12119F35B12B}" dt="2024-04-17T06:52:30.492" v="202"/>
          <ac:picMkLst>
            <pc:docMk/>
            <pc:sldMk cId="2135842235" sldId="361"/>
            <ac:picMk id="27" creationId="{620A5779-5498-CD0C-87C7-29EEC74B4FE2}"/>
          </ac:picMkLst>
        </pc:picChg>
      </pc:sldChg>
      <pc:sldChg chg="addSp delSp modSp new mod">
        <pc:chgData name="Nguyễn Thúy Bình" userId="858b1091-1c25-4853-a8b6-467658b21ca4" providerId="ADAL" clId="{89A49411-7B0A-4471-B6D8-12119F35B12B}" dt="2024-04-17T06:58:58.020" v="274" actId="1076"/>
        <pc:sldMkLst>
          <pc:docMk/>
          <pc:sldMk cId="221482747" sldId="362"/>
        </pc:sldMkLst>
        <pc:spChg chg="del">
          <ac:chgData name="Nguyễn Thúy Bình" userId="858b1091-1c25-4853-a8b6-467658b21ca4" providerId="ADAL" clId="{89A49411-7B0A-4471-B6D8-12119F35B12B}" dt="2024-04-17T06:56:44.941" v="237" actId="478"/>
          <ac:spMkLst>
            <pc:docMk/>
            <pc:sldMk cId="221482747" sldId="362"/>
            <ac:spMk id="2" creationId="{F5F33BF6-C21D-8AD1-C0DE-54819F56435F}"/>
          </ac:spMkLst>
        </pc:spChg>
        <pc:spChg chg="del">
          <ac:chgData name="Nguyễn Thúy Bình" userId="858b1091-1c25-4853-a8b6-467658b21ca4" providerId="ADAL" clId="{89A49411-7B0A-4471-B6D8-12119F35B12B}" dt="2024-04-17T06:56:43.751" v="236" actId="478"/>
          <ac:spMkLst>
            <pc:docMk/>
            <pc:sldMk cId="221482747" sldId="362"/>
            <ac:spMk id="3" creationId="{BD710B6C-3697-F99B-46EF-F8FAFA9DF5D6}"/>
          </ac:spMkLst>
        </pc:spChg>
        <pc:spChg chg="mod">
          <ac:chgData name="Nguyễn Thúy Bình" userId="858b1091-1c25-4853-a8b6-467658b21ca4" providerId="ADAL" clId="{89A49411-7B0A-4471-B6D8-12119F35B12B}" dt="2024-04-17T06:57:23.085" v="246"/>
          <ac:spMkLst>
            <pc:docMk/>
            <pc:sldMk cId="221482747" sldId="362"/>
            <ac:spMk id="8" creationId="{5CA375D9-B9C3-ECAD-B457-B83C21DD7294}"/>
          </ac:spMkLst>
        </pc:spChg>
        <pc:spChg chg="add mod">
          <ac:chgData name="Nguyễn Thúy Bình" userId="858b1091-1c25-4853-a8b6-467658b21ca4" providerId="ADAL" clId="{89A49411-7B0A-4471-B6D8-12119F35B12B}" dt="2024-04-17T06:57:40.761" v="249" actId="1076"/>
          <ac:spMkLst>
            <pc:docMk/>
            <pc:sldMk cId="221482747" sldId="362"/>
            <ac:spMk id="9" creationId="{34D04070-B3FF-72B8-C869-B55D8F103E10}"/>
          </ac:spMkLst>
        </pc:spChg>
        <pc:spChg chg="add mod">
          <ac:chgData name="Nguyễn Thúy Bình" userId="858b1091-1c25-4853-a8b6-467658b21ca4" providerId="ADAL" clId="{89A49411-7B0A-4471-B6D8-12119F35B12B}" dt="2024-04-17T06:57:44.691" v="251" actId="1076"/>
          <ac:spMkLst>
            <pc:docMk/>
            <pc:sldMk cId="221482747" sldId="362"/>
            <ac:spMk id="10" creationId="{A2728125-DD48-CD22-665E-68D8A695D01E}"/>
          </ac:spMkLst>
        </pc:spChg>
        <pc:spChg chg="add mod">
          <ac:chgData name="Nguyễn Thúy Bình" userId="858b1091-1c25-4853-a8b6-467658b21ca4" providerId="ADAL" clId="{89A49411-7B0A-4471-B6D8-12119F35B12B}" dt="2024-04-17T06:57:47.946" v="253" actId="1076"/>
          <ac:spMkLst>
            <pc:docMk/>
            <pc:sldMk cId="221482747" sldId="362"/>
            <ac:spMk id="11" creationId="{F5D39862-D976-8EAD-8ACC-B5E0B87B76A4}"/>
          </ac:spMkLst>
        </pc:spChg>
        <pc:spChg chg="add mod">
          <ac:chgData name="Nguyễn Thúy Bình" userId="858b1091-1c25-4853-a8b6-467658b21ca4" providerId="ADAL" clId="{89A49411-7B0A-4471-B6D8-12119F35B12B}" dt="2024-04-17T06:57:52.851" v="255" actId="1076"/>
          <ac:spMkLst>
            <pc:docMk/>
            <pc:sldMk cId="221482747" sldId="362"/>
            <ac:spMk id="12" creationId="{45B6891B-7FAE-53BE-BE4B-16B3F8077C53}"/>
          </ac:spMkLst>
        </pc:spChg>
        <pc:spChg chg="add mod">
          <ac:chgData name="Nguyễn Thúy Bình" userId="858b1091-1c25-4853-a8b6-467658b21ca4" providerId="ADAL" clId="{89A49411-7B0A-4471-B6D8-12119F35B12B}" dt="2024-04-17T06:58:03.172" v="259" actId="1076"/>
          <ac:spMkLst>
            <pc:docMk/>
            <pc:sldMk cId="221482747" sldId="362"/>
            <ac:spMk id="13" creationId="{91DD27B7-6B89-BD72-EA07-09F1EF4334A8}"/>
          </ac:spMkLst>
        </pc:spChg>
        <pc:spChg chg="add mod">
          <ac:chgData name="Nguyễn Thúy Bình" userId="858b1091-1c25-4853-a8b6-467658b21ca4" providerId="ADAL" clId="{89A49411-7B0A-4471-B6D8-12119F35B12B}" dt="2024-04-17T06:58:08.857" v="261" actId="1076"/>
          <ac:spMkLst>
            <pc:docMk/>
            <pc:sldMk cId="221482747" sldId="362"/>
            <ac:spMk id="14" creationId="{A46CBF9F-5F3B-6035-9AF1-DFA48907B8C4}"/>
          </ac:spMkLst>
        </pc:spChg>
        <pc:spChg chg="add mod">
          <ac:chgData name="Nguyễn Thúy Bình" userId="858b1091-1c25-4853-a8b6-467658b21ca4" providerId="ADAL" clId="{89A49411-7B0A-4471-B6D8-12119F35B12B}" dt="2024-04-17T06:58:12.944" v="263" actId="1076"/>
          <ac:spMkLst>
            <pc:docMk/>
            <pc:sldMk cId="221482747" sldId="362"/>
            <ac:spMk id="15" creationId="{1F991429-A563-79BC-5CBC-EA75BF1C2EBA}"/>
          </ac:spMkLst>
        </pc:spChg>
        <pc:spChg chg="add mod">
          <ac:chgData name="Nguyễn Thúy Bình" userId="858b1091-1c25-4853-a8b6-467658b21ca4" providerId="ADAL" clId="{89A49411-7B0A-4471-B6D8-12119F35B12B}" dt="2024-04-17T06:58:16.424" v="265" actId="1076"/>
          <ac:spMkLst>
            <pc:docMk/>
            <pc:sldMk cId="221482747" sldId="362"/>
            <ac:spMk id="16" creationId="{792AB54D-5FAA-3958-B95A-E25ACA3E9EAC}"/>
          </ac:spMkLst>
        </pc:spChg>
        <pc:spChg chg="add mod">
          <ac:chgData name="Nguyễn Thúy Bình" userId="858b1091-1c25-4853-a8b6-467658b21ca4" providerId="ADAL" clId="{89A49411-7B0A-4471-B6D8-12119F35B12B}" dt="2024-04-17T06:58:32.294" v="268" actId="1076"/>
          <ac:spMkLst>
            <pc:docMk/>
            <pc:sldMk cId="221482747" sldId="362"/>
            <ac:spMk id="17" creationId="{C69D90F9-F59E-C7C1-9654-6C05301F37A1}"/>
          </ac:spMkLst>
        </pc:spChg>
        <pc:spChg chg="add mod">
          <ac:chgData name="Nguyễn Thúy Bình" userId="858b1091-1c25-4853-a8b6-467658b21ca4" providerId="ADAL" clId="{89A49411-7B0A-4471-B6D8-12119F35B12B}" dt="2024-04-17T06:58:35.551" v="270" actId="1076"/>
          <ac:spMkLst>
            <pc:docMk/>
            <pc:sldMk cId="221482747" sldId="362"/>
            <ac:spMk id="18" creationId="{2250CDFF-1CD5-10AC-AAE3-8A10EA140964}"/>
          </ac:spMkLst>
        </pc:spChg>
        <pc:spChg chg="add mod">
          <ac:chgData name="Nguyễn Thúy Bình" userId="858b1091-1c25-4853-a8b6-467658b21ca4" providerId="ADAL" clId="{89A49411-7B0A-4471-B6D8-12119F35B12B}" dt="2024-04-17T06:58:44.139" v="272" actId="571"/>
          <ac:spMkLst>
            <pc:docMk/>
            <pc:sldMk cId="221482747" sldId="362"/>
            <ac:spMk id="19" creationId="{8E9386A6-6900-F5C0-5429-9203DFAE6682}"/>
          </ac:spMkLst>
        </pc:spChg>
        <pc:spChg chg="add mod">
          <ac:chgData name="Nguyễn Thúy Bình" userId="858b1091-1c25-4853-a8b6-467658b21ca4" providerId="ADAL" clId="{89A49411-7B0A-4471-B6D8-12119F35B12B}" dt="2024-04-17T06:58:44.139" v="272" actId="571"/>
          <ac:spMkLst>
            <pc:docMk/>
            <pc:sldMk cId="221482747" sldId="362"/>
            <ac:spMk id="20" creationId="{47FD241C-2C3E-D7C2-98F5-C1E926671676}"/>
          </ac:spMkLst>
        </pc:spChg>
        <pc:spChg chg="add mod">
          <ac:chgData name="Nguyễn Thúy Bình" userId="858b1091-1c25-4853-a8b6-467658b21ca4" providerId="ADAL" clId="{89A49411-7B0A-4471-B6D8-12119F35B12B}" dt="2024-04-17T06:58:44.139" v="272" actId="571"/>
          <ac:spMkLst>
            <pc:docMk/>
            <pc:sldMk cId="221482747" sldId="362"/>
            <ac:spMk id="21" creationId="{5CF1295F-CF1D-B0E4-56C5-F40378316A67}"/>
          </ac:spMkLst>
        </pc:spChg>
        <pc:spChg chg="add mod">
          <ac:chgData name="Nguyễn Thúy Bình" userId="858b1091-1c25-4853-a8b6-467658b21ca4" providerId="ADAL" clId="{89A49411-7B0A-4471-B6D8-12119F35B12B}" dt="2024-04-17T06:58:44.139" v="272" actId="571"/>
          <ac:spMkLst>
            <pc:docMk/>
            <pc:sldMk cId="221482747" sldId="362"/>
            <ac:spMk id="22" creationId="{FDB9910F-8164-7AEC-3199-742212F5804E}"/>
          </ac:spMkLst>
        </pc:spChg>
        <pc:spChg chg="add mod">
          <ac:chgData name="Nguyễn Thúy Bình" userId="858b1091-1c25-4853-a8b6-467658b21ca4" providerId="ADAL" clId="{89A49411-7B0A-4471-B6D8-12119F35B12B}" dt="2024-04-17T06:58:44.139" v="272" actId="571"/>
          <ac:spMkLst>
            <pc:docMk/>
            <pc:sldMk cId="221482747" sldId="362"/>
            <ac:spMk id="23" creationId="{AFF174F3-17E4-5838-44E8-2EFBB5396B90}"/>
          </ac:spMkLst>
        </pc:spChg>
        <pc:spChg chg="add mod">
          <ac:chgData name="Nguyễn Thúy Bình" userId="858b1091-1c25-4853-a8b6-467658b21ca4" providerId="ADAL" clId="{89A49411-7B0A-4471-B6D8-12119F35B12B}" dt="2024-04-17T06:58:44.139" v="272" actId="571"/>
          <ac:spMkLst>
            <pc:docMk/>
            <pc:sldMk cId="221482747" sldId="362"/>
            <ac:spMk id="24" creationId="{AFEBBE35-B9ED-BA85-5817-5E3DB830B654}"/>
          </ac:spMkLst>
        </pc:spChg>
        <pc:spChg chg="add mod">
          <ac:chgData name="Nguyễn Thúy Bình" userId="858b1091-1c25-4853-a8b6-467658b21ca4" providerId="ADAL" clId="{89A49411-7B0A-4471-B6D8-12119F35B12B}" dt="2024-04-17T06:58:58.020" v="274" actId="1076"/>
          <ac:spMkLst>
            <pc:docMk/>
            <pc:sldMk cId="221482747" sldId="362"/>
            <ac:spMk id="25" creationId="{F235C152-D423-A112-2DE7-E13FF8F22D95}"/>
          </ac:spMkLst>
        </pc:spChg>
        <pc:spChg chg="add mod">
          <ac:chgData name="Nguyễn Thúy Bình" userId="858b1091-1c25-4853-a8b6-467658b21ca4" providerId="ADAL" clId="{89A49411-7B0A-4471-B6D8-12119F35B12B}" dt="2024-04-17T06:58:58.020" v="274" actId="1076"/>
          <ac:spMkLst>
            <pc:docMk/>
            <pc:sldMk cId="221482747" sldId="362"/>
            <ac:spMk id="26" creationId="{55614E6B-ACC3-E4A5-5B2E-0AC67EFABBD6}"/>
          </ac:spMkLst>
        </pc:spChg>
        <pc:spChg chg="add mod">
          <ac:chgData name="Nguyễn Thúy Bình" userId="858b1091-1c25-4853-a8b6-467658b21ca4" providerId="ADAL" clId="{89A49411-7B0A-4471-B6D8-12119F35B12B}" dt="2024-04-17T06:58:58.020" v="274" actId="1076"/>
          <ac:spMkLst>
            <pc:docMk/>
            <pc:sldMk cId="221482747" sldId="362"/>
            <ac:spMk id="27" creationId="{344528FE-C8CE-4E2D-0CFB-03AD93A95836}"/>
          </ac:spMkLst>
        </pc:spChg>
        <pc:spChg chg="add mod">
          <ac:chgData name="Nguyễn Thúy Bình" userId="858b1091-1c25-4853-a8b6-467658b21ca4" providerId="ADAL" clId="{89A49411-7B0A-4471-B6D8-12119F35B12B}" dt="2024-04-17T06:58:58.020" v="274" actId="1076"/>
          <ac:spMkLst>
            <pc:docMk/>
            <pc:sldMk cId="221482747" sldId="362"/>
            <ac:spMk id="28" creationId="{CA6FB0D7-259C-6120-4D81-7F676AB572AD}"/>
          </ac:spMkLst>
        </pc:spChg>
        <pc:spChg chg="add mod">
          <ac:chgData name="Nguyễn Thúy Bình" userId="858b1091-1c25-4853-a8b6-467658b21ca4" providerId="ADAL" clId="{89A49411-7B0A-4471-B6D8-12119F35B12B}" dt="2024-04-17T06:58:58.020" v="274" actId="1076"/>
          <ac:spMkLst>
            <pc:docMk/>
            <pc:sldMk cId="221482747" sldId="362"/>
            <ac:spMk id="29" creationId="{6C375178-2513-67A1-EE45-2E4B62F00545}"/>
          </ac:spMkLst>
        </pc:spChg>
        <pc:spChg chg="add mod">
          <ac:chgData name="Nguyễn Thúy Bình" userId="858b1091-1c25-4853-a8b6-467658b21ca4" providerId="ADAL" clId="{89A49411-7B0A-4471-B6D8-12119F35B12B}" dt="2024-04-17T06:58:58.020" v="274" actId="1076"/>
          <ac:spMkLst>
            <pc:docMk/>
            <pc:sldMk cId="221482747" sldId="362"/>
            <ac:spMk id="30" creationId="{69540002-0E9C-D847-94F1-E30CDA5C36F2}"/>
          </ac:spMkLst>
        </pc:spChg>
        <pc:spChg chg="add mod">
          <ac:chgData name="Nguyễn Thúy Bình" userId="858b1091-1c25-4853-a8b6-467658b21ca4" providerId="ADAL" clId="{89A49411-7B0A-4471-B6D8-12119F35B12B}" dt="2024-04-17T06:58:58.020" v="274" actId="1076"/>
          <ac:spMkLst>
            <pc:docMk/>
            <pc:sldMk cId="221482747" sldId="362"/>
            <ac:spMk id="31" creationId="{073AE16C-55A8-DD52-41DB-A7D0F685E1ED}"/>
          </ac:spMkLst>
        </pc:spChg>
        <pc:spChg chg="add mod">
          <ac:chgData name="Nguyễn Thúy Bình" userId="858b1091-1c25-4853-a8b6-467658b21ca4" providerId="ADAL" clId="{89A49411-7B0A-4471-B6D8-12119F35B12B}" dt="2024-04-17T06:58:58.020" v="274" actId="1076"/>
          <ac:spMkLst>
            <pc:docMk/>
            <pc:sldMk cId="221482747" sldId="362"/>
            <ac:spMk id="32" creationId="{96A3C96E-7062-F395-B6C7-1A19C5C816FD}"/>
          </ac:spMkLst>
        </pc:spChg>
        <pc:grpChg chg="add mod">
          <ac:chgData name="Nguyễn Thúy Bình" userId="858b1091-1c25-4853-a8b6-467658b21ca4" providerId="ADAL" clId="{89A49411-7B0A-4471-B6D8-12119F35B12B}" dt="2024-04-17T06:57:24.771" v="247" actId="1076"/>
          <ac:grpSpMkLst>
            <pc:docMk/>
            <pc:sldMk cId="221482747" sldId="362"/>
            <ac:grpSpMk id="6" creationId="{7502FB25-0799-9C0A-71AC-7F21DBCAB966}"/>
          </ac:grpSpMkLst>
        </pc:grpChg>
        <pc:picChg chg="add mod">
          <ac:chgData name="Nguyễn Thúy Bình" userId="858b1091-1c25-4853-a8b6-467658b21ca4" providerId="ADAL" clId="{89A49411-7B0A-4471-B6D8-12119F35B12B}" dt="2024-04-17T06:58:27.406" v="266" actId="1076"/>
          <ac:picMkLst>
            <pc:docMk/>
            <pc:sldMk cId="221482747" sldId="362"/>
            <ac:picMk id="5" creationId="{FD2208BA-A68E-B33B-FFD6-08E96E9BF30B}"/>
          </ac:picMkLst>
        </pc:picChg>
        <pc:picChg chg="mod">
          <ac:chgData name="Nguyễn Thúy Bình" userId="858b1091-1c25-4853-a8b6-467658b21ca4" providerId="ADAL" clId="{89A49411-7B0A-4471-B6D8-12119F35B12B}" dt="2024-04-17T06:57:23.085" v="246"/>
          <ac:picMkLst>
            <pc:docMk/>
            <pc:sldMk cId="221482747" sldId="362"/>
            <ac:picMk id="7" creationId="{9DB76545-485D-17CA-A481-11B72D2C406F}"/>
          </ac:picMkLst>
        </pc:picChg>
      </pc:sldChg>
      <pc:sldChg chg="addSp delSp modSp new mod">
        <pc:chgData name="Nguyễn Thúy Bình" userId="858b1091-1c25-4853-a8b6-467658b21ca4" providerId="ADAL" clId="{89A49411-7B0A-4471-B6D8-12119F35B12B}" dt="2024-04-17T07:05:47.455" v="345" actId="1076"/>
        <pc:sldMkLst>
          <pc:docMk/>
          <pc:sldMk cId="1989629579" sldId="363"/>
        </pc:sldMkLst>
        <pc:spChg chg="del">
          <ac:chgData name="Nguyễn Thúy Bình" userId="858b1091-1c25-4853-a8b6-467658b21ca4" providerId="ADAL" clId="{89A49411-7B0A-4471-B6D8-12119F35B12B}" dt="2024-04-17T07:00:42.322" v="277" actId="478"/>
          <ac:spMkLst>
            <pc:docMk/>
            <pc:sldMk cId="1989629579" sldId="363"/>
            <ac:spMk id="2" creationId="{33538380-7842-11AE-B55E-FAA9D2087F66}"/>
          </ac:spMkLst>
        </pc:spChg>
        <pc:spChg chg="del">
          <ac:chgData name="Nguyễn Thúy Bình" userId="858b1091-1c25-4853-a8b6-467658b21ca4" providerId="ADAL" clId="{89A49411-7B0A-4471-B6D8-12119F35B12B}" dt="2024-04-17T07:00:40.258" v="276" actId="478"/>
          <ac:spMkLst>
            <pc:docMk/>
            <pc:sldMk cId="1989629579" sldId="363"/>
            <ac:spMk id="3" creationId="{80AFD56F-3389-29A6-6226-39F2672179E8}"/>
          </ac:spMkLst>
        </pc:spChg>
        <pc:spChg chg="add mod">
          <ac:chgData name="Nguyễn Thúy Bình" userId="858b1091-1c25-4853-a8b6-467658b21ca4" providerId="ADAL" clId="{89A49411-7B0A-4471-B6D8-12119F35B12B}" dt="2024-04-17T07:03:12.273" v="292" actId="1076"/>
          <ac:spMkLst>
            <pc:docMk/>
            <pc:sldMk cId="1989629579" sldId="363"/>
            <ac:spMk id="8" creationId="{EBD2DC10-EEC8-4929-EE08-A22591668D10}"/>
          </ac:spMkLst>
        </pc:spChg>
        <pc:spChg chg="add mod">
          <ac:chgData name="Nguyễn Thúy Bình" userId="858b1091-1c25-4853-a8b6-467658b21ca4" providerId="ADAL" clId="{89A49411-7B0A-4471-B6D8-12119F35B12B}" dt="2024-04-17T07:03:15.153" v="294" actId="1076"/>
          <ac:spMkLst>
            <pc:docMk/>
            <pc:sldMk cId="1989629579" sldId="363"/>
            <ac:spMk id="9" creationId="{B45C8866-F768-7B06-2D08-69B9E1F9E83A}"/>
          </ac:spMkLst>
        </pc:spChg>
        <pc:spChg chg="add mod">
          <ac:chgData name="Nguyễn Thúy Bình" userId="858b1091-1c25-4853-a8b6-467658b21ca4" providerId="ADAL" clId="{89A49411-7B0A-4471-B6D8-12119F35B12B}" dt="2024-04-17T07:03:19.241" v="296" actId="1076"/>
          <ac:spMkLst>
            <pc:docMk/>
            <pc:sldMk cId="1989629579" sldId="363"/>
            <ac:spMk id="10" creationId="{DE8A3AF0-13CF-C0A6-B9A0-D53371C23103}"/>
          </ac:spMkLst>
        </pc:spChg>
        <pc:spChg chg="add mod">
          <ac:chgData name="Nguyễn Thúy Bình" userId="858b1091-1c25-4853-a8b6-467658b21ca4" providerId="ADAL" clId="{89A49411-7B0A-4471-B6D8-12119F35B12B}" dt="2024-04-17T07:03:21.962" v="298" actId="1076"/>
          <ac:spMkLst>
            <pc:docMk/>
            <pc:sldMk cId="1989629579" sldId="363"/>
            <ac:spMk id="11" creationId="{03F643E7-94F3-407E-E233-14E48B3836C4}"/>
          </ac:spMkLst>
        </pc:spChg>
        <pc:spChg chg="add mod">
          <ac:chgData name="Nguyễn Thúy Bình" userId="858b1091-1c25-4853-a8b6-467658b21ca4" providerId="ADAL" clId="{89A49411-7B0A-4471-B6D8-12119F35B12B}" dt="2024-04-17T07:03:24.825" v="300" actId="1076"/>
          <ac:spMkLst>
            <pc:docMk/>
            <pc:sldMk cId="1989629579" sldId="363"/>
            <ac:spMk id="12" creationId="{A348AE21-2323-BA78-ACDF-731A6CCB7F58}"/>
          </ac:spMkLst>
        </pc:spChg>
        <pc:spChg chg="add mod">
          <ac:chgData name="Nguyễn Thúy Bình" userId="858b1091-1c25-4853-a8b6-467658b21ca4" providerId="ADAL" clId="{89A49411-7B0A-4471-B6D8-12119F35B12B}" dt="2024-04-17T07:03:28.168" v="302" actId="1076"/>
          <ac:spMkLst>
            <pc:docMk/>
            <pc:sldMk cId="1989629579" sldId="363"/>
            <ac:spMk id="13" creationId="{B30F02DC-7C0D-4A0F-62B0-F57173B2238C}"/>
          </ac:spMkLst>
        </pc:spChg>
        <pc:spChg chg="add mod">
          <ac:chgData name="Nguyễn Thúy Bình" userId="858b1091-1c25-4853-a8b6-467658b21ca4" providerId="ADAL" clId="{89A49411-7B0A-4471-B6D8-12119F35B12B}" dt="2024-04-17T07:03:32.820" v="304" actId="1076"/>
          <ac:spMkLst>
            <pc:docMk/>
            <pc:sldMk cId="1989629579" sldId="363"/>
            <ac:spMk id="14" creationId="{D2D7FEA0-36D3-4E34-578D-990A797CD8F0}"/>
          </ac:spMkLst>
        </pc:spChg>
        <pc:spChg chg="add mod">
          <ac:chgData name="Nguyễn Thúy Bình" userId="858b1091-1c25-4853-a8b6-467658b21ca4" providerId="ADAL" clId="{89A49411-7B0A-4471-B6D8-12119F35B12B}" dt="2024-04-17T07:03:46.195" v="307" actId="1076"/>
          <ac:spMkLst>
            <pc:docMk/>
            <pc:sldMk cId="1989629579" sldId="363"/>
            <ac:spMk id="15" creationId="{A8B8C3F8-133C-BA56-A9A9-013035F7C00A}"/>
          </ac:spMkLst>
        </pc:spChg>
        <pc:spChg chg="add mod">
          <ac:chgData name="Nguyễn Thúy Bình" userId="858b1091-1c25-4853-a8b6-467658b21ca4" providerId="ADAL" clId="{89A49411-7B0A-4471-B6D8-12119F35B12B}" dt="2024-04-17T07:03:53.515" v="309" actId="1076"/>
          <ac:spMkLst>
            <pc:docMk/>
            <pc:sldMk cId="1989629579" sldId="363"/>
            <ac:spMk id="16" creationId="{503A76DC-8A01-B3AC-1A84-B64B7B4E9CC9}"/>
          </ac:spMkLst>
        </pc:spChg>
        <pc:spChg chg="add mod">
          <ac:chgData name="Nguyễn Thúy Bình" userId="858b1091-1c25-4853-a8b6-467658b21ca4" providerId="ADAL" clId="{89A49411-7B0A-4471-B6D8-12119F35B12B}" dt="2024-04-17T07:03:57.029" v="311" actId="1076"/>
          <ac:spMkLst>
            <pc:docMk/>
            <pc:sldMk cId="1989629579" sldId="363"/>
            <ac:spMk id="17" creationId="{200263E6-C6D8-4F30-A677-631D5068AC5E}"/>
          </ac:spMkLst>
        </pc:spChg>
        <pc:spChg chg="add mod">
          <ac:chgData name="Nguyễn Thúy Bình" userId="858b1091-1c25-4853-a8b6-467658b21ca4" providerId="ADAL" clId="{89A49411-7B0A-4471-B6D8-12119F35B12B}" dt="2024-04-17T07:04:05.963" v="313" actId="1076"/>
          <ac:spMkLst>
            <pc:docMk/>
            <pc:sldMk cId="1989629579" sldId="363"/>
            <ac:spMk id="18" creationId="{5A49DE82-4F96-9698-407E-8B0F970F9C64}"/>
          </ac:spMkLst>
        </pc:spChg>
        <pc:spChg chg="add mod">
          <ac:chgData name="Nguyễn Thúy Bình" userId="858b1091-1c25-4853-a8b6-467658b21ca4" providerId="ADAL" clId="{89A49411-7B0A-4471-B6D8-12119F35B12B}" dt="2024-04-17T07:04:09.030" v="315" actId="571"/>
          <ac:spMkLst>
            <pc:docMk/>
            <pc:sldMk cId="1989629579" sldId="363"/>
            <ac:spMk id="20" creationId="{B4C52367-6D92-28D0-92C6-04014C550021}"/>
          </ac:spMkLst>
        </pc:spChg>
        <pc:spChg chg="add mod">
          <ac:chgData name="Nguyễn Thúy Bình" userId="858b1091-1c25-4853-a8b6-467658b21ca4" providerId="ADAL" clId="{89A49411-7B0A-4471-B6D8-12119F35B12B}" dt="2024-04-17T07:04:21.263" v="317" actId="1076"/>
          <ac:spMkLst>
            <pc:docMk/>
            <pc:sldMk cId="1989629579" sldId="363"/>
            <ac:spMk id="21" creationId="{4B8BC13A-11C8-9BDC-ED53-29F0644F35EB}"/>
          </ac:spMkLst>
        </pc:spChg>
        <pc:spChg chg="add mod">
          <ac:chgData name="Nguyễn Thúy Bình" userId="858b1091-1c25-4853-a8b6-467658b21ca4" providerId="ADAL" clId="{89A49411-7B0A-4471-B6D8-12119F35B12B}" dt="2024-04-17T07:04:28.874" v="319" actId="1076"/>
          <ac:spMkLst>
            <pc:docMk/>
            <pc:sldMk cId="1989629579" sldId="363"/>
            <ac:spMk id="22" creationId="{491217F0-ABCE-49FE-F1C4-613D92B62C03}"/>
          </ac:spMkLst>
        </pc:spChg>
        <pc:spChg chg="add mod">
          <ac:chgData name="Nguyễn Thúy Bình" userId="858b1091-1c25-4853-a8b6-467658b21ca4" providerId="ADAL" clId="{89A49411-7B0A-4471-B6D8-12119F35B12B}" dt="2024-04-17T07:04:36.154" v="321" actId="1076"/>
          <ac:spMkLst>
            <pc:docMk/>
            <pc:sldMk cId="1989629579" sldId="363"/>
            <ac:spMk id="23" creationId="{80F8573B-B11C-690B-7273-7F5711A985EC}"/>
          </ac:spMkLst>
        </pc:spChg>
        <pc:spChg chg="add mod">
          <ac:chgData name="Nguyễn Thúy Bình" userId="858b1091-1c25-4853-a8b6-467658b21ca4" providerId="ADAL" clId="{89A49411-7B0A-4471-B6D8-12119F35B12B}" dt="2024-04-17T07:04:40.112" v="324" actId="1076"/>
          <ac:spMkLst>
            <pc:docMk/>
            <pc:sldMk cId="1989629579" sldId="363"/>
            <ac:spMk id="24" creationId="{DB63E041-6BD9-F013-EB2E-F4E0B1C97240}"/>
          </ac:spMkLst>
        </pc:spChg>
        <pc:spChg chg="add mod">
          <ac:chgData name="Nguyễn Thúy Bình" userId="858b1091-1c25-4853-a8b6-467658b21ca4" providerId="ADAL" clId="{89A49411-7B0A-4471-B6D8-12119F35B12B}" dt="2024-04-17T07:04:48.536" v="326" actId="1076"/>
          <ac:spMkLst>
            <pc:docMk/>
            <pc:sldMk cId="1989629579" sldId="363"/>
            <ac:spMk id="25" creationId="{208BE27D-A3A5-D494-96E9-65AA482C2C6F}"/>
          </ac:spMkLst>
        </pc:spChg>
        <pc:spChg chg="add mod">
          <ac:chgData name="Nguyễn Thúy Bình" userId="858b1091-1c25-4853-a8b6-467658b21ca4" providerId="ADAL" clId="{89A49411-7B0A-4471-B6D8-12119F35B12B}" dt="2024-04-17T07:04:51.873" v="328" actId="1076"/>
          <ac:spMkLst>
            <pc:docMk/>
            <pc:sldMk cId="1989629579" sldId="363"/>
            <ac:spMk id="26" creationId="{6548A8E4-C214-E5A7-6535-AC547D8584F7}"/>
          </ac:spMkLst>
        </pc:spChg>
        <pc:spChg chg="add mod">
          <ac:chgData name="Nguyễn Thúy Bình" userId="858b1091-1c25-4853-a8b6-467658b21ca4" providerId="ADAL" clId="{89A49411-7B0A-4471-B6D8-12119F35B12B}" dt="2024-04-17T07:04:57.191" v="330" actId="1076"/>
          <ac:spMkLst>
            <pc:docMk/>
            <pc:sldMk cId="1989629579" sldId="363"/>
            <ac:spMk id="27" creationId="{A0156A1B-5C84-59A9-861F-3A564F25286F}"/>
          </ac:spMkLst>
        </pc:spChg>
        <pc:spChg chg="add mod">
          <ac:chgData name="Nguyễn Thúy Bình" userId="858b1091-1c25-4853-a8b6-467658b21ca4" providerId="ADAL" clId="{89A49411-7B0A-4471-B6D8-12119F35B12B}" dt="2024-04-17T07:05:10.698" v="332" actId="1076"/>
          <ac:spMkLst>
            <pc:docMk/>
            <pc:sldMk cId="1989629579" sldId="363"/>
            <ac:spMk id="28" creationId="{DA3C5237-B3BA-AE41-9930-3F9D4EA2C240}"/>
          </ac:spMkLst>
        </pc:spChg>
        <pc:spChg chg="add mod">
          <ac:chgData name="Nguyễn Thúy Bình" userId="858b1091-1c25-4853-a8b6-467658b21ca4" providerId="ADAL" clId="{89A49411-7B0A-4471-B6D8-12119F35B12B}" dt="2024-04-17T07:05:19.982" v="334" actId="1076"/>
          <ac:spMkLst>
            <pc:docMk/>
            <pc:sldMk cId="1989629579" sldId="363"/>
            <ac:spMk id="29" creationId="{80DE50EA-7606-F5FD-B8D7-1C74D191408B}"/>
          </ac:spMkLst>
        </pc:spChg>
        <pc:spChg chg="add mod">
          <ac:chgData name="Nguyễn Thúy Bình" userId="858b1091-1c25-4853-a8b6-467658b21ca4" providerId="ADAL" clId="{89A49411-7B0A-4471-B6D8-12119F35B12B}" dt="2024-04-17T07:05:19.982" v="334" actId="1076"/>
          <ac:spMkLst>
            <pc:docMk/>
            <pc:sldMk cId="1989629579" sldId="363"/>
            <ac:spMk id="30" creationId="{1EF12ADC-EB33-0C53-7BEC-0A334B80B8B5}"/>
          </ac:spMkLst>
        </pc:spChg>
        <pc:spChg chg="add mod">
          <ac:chgData name="Nguyễn Thúy Bình" userId="858b1091-1c25-4853-a8b6-467658b21ca4" providerId="ADAL" clId="{89A49411-7B0A-4471-B6D8-12119F35B12B}" dt="2024-04-17T07:05:27.132" v="336" actId="1076"/>
          <ac:spMkLst>
            <pc:docMk/>
            <pc:sldMk cId="1989629579" sldId="363"/>
            <ac:spMk id="31" creationId="{3516521C-BC32-D1B8-0DD4-B1C990E4A542}"/>
          </ac:spMkLst>
        </pc:spChg>
        <pc:spChg chg="add mod">
          <ac:chgData name="Nguyễn Thúy Bình" userId="858b1091-1c25-4853-a8b6-467658b21ca4" providerId="ADAL" clId="{89A49411-7B0A-4471-B6D8-12119F35B12B}" dt="2024-04-17T07:05:29.457" v="338" actId="1076"/>
          <ac:spMkLst>
            <pc:docMk/>
            <pc:sldMk cId="1989629579" sldId="363"/>
            <ac:spMk id="32" creationId="{1A5CADCD-80B7-B774-AD77-DD5EBF37BAD6}"/>
          </ac:spMkLst>
        </pc:spChg>
        <pc:spChg chg="add mod">
          <ac:chgData name="Nguyễn Thúy Bình" userId="858b1091-1c25-4853-a8b6-467658b21ca4" providerId="ADAL" clId="{89A49411-7B0A-4471-B6D8-12119F35B12B}" dt="2024-04-17T07:05:34.002" v="340" actId="1076"/>
          <ac:spMkLst>
            <pc:docMk/>
            <pc:sldMk cId="1989629579" sldId="363"/>
            <ac:spMk id="33" creationId="{87CF398B-FCD2-39ED-C531-AC526AF38B7F}"/>
          </ac:spMkLst>
        </pc:spChg>
        <pc:spChg chg="add mod">
          <ac:chgData name="Nguyễn Thúy Bình" userId="858b1091-1c25-4853-a8b6-467658b21ca4" providerId="ADAL" clId="{89A49411-7B0A-4471-B6D8-12119F35B12B}" dt="2024-04-17T07:05:40.889" v="342" actId="1076"/>
          <ac:spMkLst>
            <pc:docMk/>
            <pc:sldMk cId="1989629579" sldId="363"/>
            <ac:spMk id="34" creationId="{A61A6F89-8034-7EE1-659F-95E4F8D202AF}"/>
          </ac:spMkLst>
        </pc:spChg>
        <pc:spChg chg="add mod">
          <ac:chgData name="Nguyễn Thúy Bình" userId="858b1091-1c25-4853-a8b6-467658b21ca4" providerId="ADAL" clId="{89A49411-7B0A-4471-B6D8-12119F35B12B}" dt="2024-04-17T07:05:40.889" v="342" actId="1076"/>
          <ac:spMkLst>
            <pc:docMk/>
            <pc:sldMk cId="1989629579" sldId="363"/>
            <ac:spMk id="35" creationId="{64BD2F54-E8BB-54F4-3BC0-EDFE510CEC19}"/>
          </ac:spMkLst>
        </pc:spChg>
        <pc:spChg chg="add mod">
          <ac:chgData name="Nguyễn Thúy Bình" userId="858b1091-1c25-4853-a8b6-467658b21ca4" providerId="ADAL" clId="{89A49411-7B0A-4471-B6D8-12119F35B12B}" dt="2024-04-17T07:05:40.889" v="342" actId="1076"/>
          <ac:spMkLst>
            <pc:docMk/>
            <pc:sldMk cId="1989629579" sldId="363"/>
            <ac:spMk id="36" creationId="{C267664B-7D97-D6EE-D2E9-1FA102399FFB}"/>
          </ac:spMkLst>
        </pc:spChg>
        <pc:spChg chg="add mod">
          <ac:chgData name="Nguyễn Thúy Bình" userId="858b1091-1c25-4853-a8b6-467658b21ca4" providerId="ADAL" clId="{89A49411-7B0A-4471-B6D8-12119F35B12B}" dt="2024-04-17T07:05:40.889" v="342" actId="1076"/>
          <ac:spMkLst>
            <pc:docMk/>
            <pc:sldMk cId="1989629579" sldId="363"/>
            <ac:spMk id="37" creationId="{C707AA7A-8774-8FAF-A442-EE5AD261FF55}"/>
          </ac:spMkLst>
        </pc:spChg>
        <pc:spChg chg="add mod">
          <ac:chgData name="Nguyễn Thúy Bình" userId="858b1091-1c25-4853-a8b6-467658b21ca4" providerId="ADAL" clId="{89A49411-7B0A-4471-B6D8-12119F35B12B}" dt="2024-04-17T07:05:41.752" v="343"/>
          <ac:spMkLst>
            <pc:docMk/>
            <pc:sldMk cId="1989629579" sldId="363"/>
            <ac:spMk id="38" creationId="{F55AB315-B7E7-C418-CF9F-73DBF380F097}"/>
          </ac:spMkLst>
        </pc:spChg>
        <pc:spChg chg="add mod">
          <ac:chgData name="Nguyễn Thúy Bình" userId="858b1091-1c25-4853-a8b6-467658b21ca4" providerId="ADAL" clId="{89A49411-7B0A-4471-B6D8-12119F35B12B}" dt="2024-04-17T07:05:41.752" v="343"/>
          <ac:spMkLst>
            <pc:docMk/>
            <pc:sldMk cId="1989629579" sldId="363"/>
            <ac:spMk id="39" creationId="{618B3D26-A3B9-5CD2-8698-39EA4FCDB3D8}"/>
          </ac:spMkLst>
        </pc:spChg>
        <pc:spChg chg="add mod">
          <ac:chgData name="Nguyễn Thúy Bình" userId="858b1091-1c25-4853-a8b6-467658b21ca4" providerId="ADAL" clId="{89A49411-7B0A-4471-B6D8-12119F35B12B}" dt="2024-04-17T07:05:41.752" v="343"/>
          <ac:spMkLst>
            <pc:docMk/>
            <pc:sldMk cId="1989629579" sldId="363"/>
            <ac:spMk id="40" creationId="{14CC056A-E7B5-CDAA-5AA4-B80C8BFE5808}"/>
          </ac:spMkLst>
        </pc:spChg>
        <pc:spChg chg="add mod">
          <ac:chgData name="Nguyễn Thúy Bình" userId="858b1091-1c25-4853-a8b6-467658b21ca4" providerId="ADAL" clId="{89A49411-7B0A-4471-B6D8-12119F35B12B}" dt="2024-04-17T07:05:41.752" v="343"/>
          <ac:spMkLst>
            <pc:docMk/>
            <pc:sldMk cId="1989629579" sldId="363"/>
            <ac:spMk id="41" creationId="{2331E728-52C5-9955-3D94-51D319CAA32C}"/>
          </ac:spMkLst>
        </pc:spChg>
        <pc:spChg chg="add mod">
          <ac:chgData name="Nguyễn Thúy Bình" userId="858b1091-1c25-4853-a8b6-467658b21ca4" providerId="ADAL" clId="{89A49411-7B0A-4471-B6D8-12119F35B12B}" dt="2024-04-17T07:05:47.455" v="345" actId="1076"/>
          <ac:spMkLst>
            <pc:docMk/>
            <pc:sldMk cId="1989629579" sldId="363"/>
            <ac:spMk id="42" creationId="{5820F07C-2977-A7AD-1D56-1CCDFCBD33D6}"/>
          </ac:spMkLst>
        </pc:spChg>
        <pc:spChg chg="add mod">
          <ac:chgData name="Nguyễn Thúy Bình" userId="858b1091-1c25-4853-a8b6-467658b21ca4" providerId="ADAL" clId="{89A49411-7B0A-4471-B6D8-12119F35B12B}" dt="2024-04-17T07:02:43.643" v="290" actId="1076"/>
          <ac:spMkLst>
            <pc:docMk/>
            <pc:sldMk cId="1989629579" sldId="363"/>
            <ac:spMk id="57" creationId="{C08E34CD-23A2-C05E-0616-5260ECF0F5E9}"/>
          </ac:spMkLst>
        </pc:spChg>
        <pc:picChg chg="add mod">
          <ac:chgData name="Nguyễn Thúy Bình" userId="858b1091-1c25-4853-a8b6-467658b21ca4" providerId="ADAL" clId="{89A49411-7B0A-4471-B6D8-12119F35B12B}" dt="2024-04-17T07:00:50.223" v="282" actId="1076"/>
          <ac:picMkLst>
            <pc:docMk/>
            <pc:sldMk cId="1989629579" sldId="363"/>
            <ac:picMk id="5" creationId="{9D52AE8B-E8DA-6DF9-5D26-CBE3F8F77018}"/>
          </ac:picMkLst>
        </pc:picChg>
        <pc:picChg chg="add mod">
          <ac:chgData name="Nguyễn Thúy Bình" userId="858b1091-1c25-4853-a8b6-467658b21ca4" providerId="ADAL" clId="{89A49411-7B0A-4471-B6D8-12119F35B12B}" dt="2024-04-17T07:01:28.369" v="286" actId="14100"/>
          <ac:picMkLst>
            <pc:docMk/>
            <pc:sldMk cId="1989629579" sldId="363"/>
            <ac:picMk id="7" creationId="{BB16CEF0-A4B8-AF81-B6F8-6AA3B14FEC7D}"/>
          </ac:picMkLst>
        </pc:picChg>
        <pc:picChg chg="add mod">
          <ac:chgData name="Nguyễn Thúy Bình" userId="858b1091-1c25-4853-a8b6-467658b21ca4" providerId="ADAL" clId="{89A49411-7B0A-4471-B6D8-12119F35B12B}" dt="2024-04-17T07:04:09.030" v="315" actId="571"/>
          <ac:picMkLst>
            <pc:docMk/>
            <pc:sldMk cId="1989629579" sldId="363"/>
            <ac:picMk id="19" creationId="{FB41B7A8-8BF9-A5AC-5E11-168584D526C9}"/>
          </ac:picMkLst>
        </pc:picChg>
      </pc:sldChg>
      <pc:sldChg chg="del">
        <pc:chgData name="Nguyễn Thúy Bình" userId="858b1091-1c25-4853-a8b6-467658b21ca4" providerId="ADAL" clId="{89A49411-7B0A-4471-B6D8-12119F35B12B}" dt="2024-04-22T09:30:06.913" v="352" actId="47"/>
        <pc:sldMkLst>
          <pc:docMk/>
          <pc:sldMk cId="1576989475" sldId="364"/>
        </pc:sldMkLst>
      </pc:sldChg>
      <pc:sldChg chg="del">
        <pc:chgData name="Nguyễn Thúy Bình" userId="858b1091-1c25-4853-a8b6-467658b21ca4" providerId="ADAL" clId="{89A49411-7B0A-4471-B6D8-12119F35B12B}" dt="2024-04-22T09:30:07.936" v="353" actId="47"/>
        <pc:sldMkLst>
          <pc:docMk/>
          <pc:sldMk cId="4119008639" sldId="365"/>
        </pc:sldMkLst>
      </pc:sldChg>
      <pc:sldChg chg="add del">
        <pc:chgData name="Nguyễn Thúy Bình" userId="858b1091-1c25-4853-a8b6-467658b21ca4" providerId="ADAL" clId="{89A49411-7B0A-4471-B6D8-12119F35B12B}" dt="2024-04-22T09:30:09.319" v="354" actId="47"/>
        <pc:sldMkLst>
          <pc:docMk/>
          <pc:sldMk cId="2320585910" sldId="366"/>
        </pc:sldMkLst>
      </pc:sldChg>
    </pc:docChg>
  </pc:docChgLst>
  <pc:docChgLst>
    <pc:chgData name="ĐẶNG VĂN CẤY" userId="S::cay211411929@lms.utc.edu.vn::884b33eb-3d54-4806-a8e0-f4a868ac4d17" providerId="AD" clId="Web-{E13AC3B2-3860-4C57-8415-2BD4FE67A7FC}"/>
    <pc:docChg chg="modSld">
      <pc:chgData name="ĐẶNG VĂN CẤY" userId="S::cay211411929@lms.utc.edu.vn::884b33eb-3d54-4806-a8e0-f4a868ac4d17" providerId="AD" clId="Web-{E13AC3B2-3860-4C57-8415-2BD4FE67A7FC}" dt="2024-03-26T15:57:52.160" v="0" actId="1076"/>
      <pc:docMkLst>
        <pc:docMk/>
      </pc:docMkLst>
      <pc:sldChg chg="modSp">
        <pc:chgData name="ĐẶNG VĂN CẤY" userId="S::cay211411929@lms.utc.edu.vn::884b33eb-3d54-4806-a8e0-f4a868ac4d17" providerId="AD" clId="Web-{E13AC3B2-3860-4C57-8415-2BD4FE67A7FC}" dt="2024-03-26T15:57:52.160" v="0" actId="1076"/>
        <pc:sldMkLst>
          <pc:docMk/>
          <pc:sldMk cId="208627238" sldId="350"/>
        </pc:sldMkLst>
        <pc:picChg chg="mod">
          <ac:chgData name="ĐẶNG VĂN CẤY" userId="S::cay211411929@lms.utc.edu.vn::884b33eb-3d54-4806-a8e0-f4a868ac4d17" providerId="AD" clId="Web-{E13AC3B2-3860-4C57-8415-2BD4FE67A7FC}" dt="2024-03-26T15:57:52.160" v="0" actId="1076"/>
          <ac:picMkLst>
            <pc:docMk/>
            <pc:sldMk cId="208627238" sldId="350"/>
            <ac:picMk id="4" creationId="{00000000-0000-0000-0000-000000000000}"/>
          </ac:picMkLst>
        </pc:picChg>
      </pc:sldChg>
    </pc:docChg>
  </pc:docChgLst>
  <pc:docChgLst>
    <pc:chgData name="ĐỖ ANH TUẤN" userId="S::tuan211411062@lms.utc.edu.vn::762ec821-f9f8-4195-8d92-806c6a1ccdf9" providerId="AD" clId="Web-{3005CE9D-A056-2821-46D1-3520666A7614}"/>
    <pc:docChg chg="addSld">
      <pc:chgData name="ĐỖ ANH TUẤN" userId="S::tuan211411062@lms.utc.edu.vn::762ec821-f9f8-4195-8d92-806c6a1ccdf9" providerId="AD" clId="Web-{3005CE9D-A056-2821-46D1-3520666A7614}" dt="2024-04-20T07:11:20.774" v="2"/>
      <pc:docMkLst>
        <pc:docMk/>
      </pc:docMkLst>
      <pc:sldChg chg="new">
        <pc:chgData name="ĐỖ ANH TUẤN" userId="S::tuan211411062@lms.utc.edu.vn::762ec821-f9f8-4195-8d92-806c6a1ccdf9" providerId="AD" clId="Web-{3005CE9D-A056-2821-46D1-3520666A7614}" dt="2024-04-20T07:11:19.414" v="0"/>
        <pc:sldMkLst>
          <pc:docMk/>
          <pc:sldMk cId="1576989475" sldId="364"/>
        </pc:sldMkLst>
      </pc:sldChg>
      <pc:sldChg chg="new">
        <pc:chgData name="ĐỖ ANH TUẤN" userId="S::tuan211411062@lms.utc.edu.vn::762ec821-f9f8-4195-8d92-806c6a1ccdf9" providerId="AD" clId="Web-{3005CE9D-A056-2821-46D1-3520666A7614}" dt="2024-04-20T07:11:20.071" v="1"/>
        <pc:sldMkLst>
          <pc:docMk/>
          <pc:sldMk cId="4119008639" sldId="365"/>
        </pc:sldMkLst>
      </pc:sldChg>
      <pc:sldChg chg="new">
        <pc:chgData name="ĐỖ ANH TUẤN" userId="S::tuan211411062@lms.utc.edu.vn::762ec821-f9f8-4195-8d92-806c6a1ccdf9" providerId="AD" clId="Web-{3005CE9D-A056-2821-46D1-3520666A7614}" dt="2024-04-20T07:11:20.774" v="2"/>
        <pc:sldMkLst>
          <pc:docMk/>
          <pc:sldMk cId="2320585910" sldId="3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01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62548" y="3576322"/>
            <a:ext cx="9387308" cy="3218177"/>
          </a:xfrm>
        </p:spPr>
        <p:txBody>
          <a:bodyPr anchor="b">
            <a:normAutofit/>
          </a:bodyPr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62548" y="6794497"/>
            <a:ext cx="9387308" cy="1601825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1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1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1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45111" y="6145648"/>
            <a:ext cx="1984673" cy="1111866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2075" y="6442015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5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6509" y="887623"/>
            <a:ext cx="9371305" cy="18217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546" y="3034453"/>
            <a:ext cx="9375268" cy="53726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6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2950488"/>
            <a:ext cx="9375268" cy="2088960"/>
          </a:xfrm>
        </p:spPr>
        <p:txBody>
          <a:bodyPr anchor="b"/>
          <a:lstStyle>
            <a:lvl1pPr algn="l">
              <a:defRPr sz="568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5093547"/>
            <a:ext cx="9375268" cy="1223680"/>
          </a:xfrm>
        </p:spPr>
        <p:txBody>
          <a:bodyPr anchor="t"/>
          <a:lstStyle>
            <a:lvl1pPr marL="0" indent="0" algn="l">
              <a:buNone/>
              <a:defRPr sz="284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3" y="4503506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461388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71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62548" y="3038871"/>
            <a:ext cx="4547600" cy="53580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90837" y="3038871"/>
            <a:ext cx="4546977" cy="53580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1120403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41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1834" y="3166757"/>
            <a:ext cx="4088314" cy="819573"/>
          </a:xfrm>
        </p:spPr>
        <p:txBody>
          <a:bodyPr anchor="b">
            <a:noAutofit/>
          </a:bodyPr>
          <a:lstStyle>
            <a:lvl1pPr marL="0" indent="0">
              <a:buNone/>
              <a:defRPr sz="3413" b="0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62546" y="3986330"/>
            <a:ext cx="4547601" cy="4417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4309" y="3162166"/>
            <a:ext cx="4086384" cy="819573"/>
          </a:xfrm>
        </p:spPr>
        <p:txBody>
          <a:bodyPr anchor="b">
            <a:noAutofit/>
          </a:bodyPr>
          <a:lstStyle>
            <a:lvl1pPr marL="0" indent="0">
              <a:buNone/>
              <a:defRPr sz="3413" b="0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85728" y="3981739"/>
            <a:ext cx="4544967" cy="4417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1120403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1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6506" y="887623"/>
            <a:ext cx="9371307" cy="18217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61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634436"/>
            <a:ext cx="3739853" cy="1388533"/>
          </a:xfrm>
        </p:spPr>
        <p:txBody>
          <a:bodyPr anchor="b"/>
          <a:lstStyle>
            <a:lvl1pPr algn="l">
              <a:defRPr sz="2844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6302" y="634438"/>
            <a:ext cx="5391511" cy="770128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2273583"/>
            <a:ext cx="3739853" cy="6062131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4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6827520"/>
            <a:ext cx="9375268" cy="806027"/>
          </a:xfrm>
        </p:spPr>
        <p:txBody>
          <a:bodyPr anchor="b">
            <a:normAutofit/>
          </a:bodyPr>
          <a:lstStyle>
            <a:lvl1pPr algn="l">
              <a:defRPr sz="3413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62546" y="903061"/>
            <a:ext cx="9375268" cy="5482624"/>
          </a:xfrm>
        </p:spPr>
        <p:txBody>
          <a:bodyPr anchor="t">
            <a:normAutofit/>
          </a:bodyPr>
          <a:lstStyle>
            <a:lvl1pPr marL="0" indent="0" algn="ctr">
              <a:buNone/>
              <a:defRPr sz="2276"/>
            </a:lvl1pPr>
            <a:lvl2pPr marL="650230" indent="0">
              <a:buNone/>
              <a:defRPr sz="2276"/>
            </a:lvl2pPr>
            <a:lvl3pPr marL="1300460" indent="0">
              <a:buNone/>
              <a:defRPr sz="2276"/>
            </a:lvl3pPr>
            <a:lvl4pPr marL="1950690" indent="0">
              <a:buNone/>
              <a:defRPr sz="2276"/>
            </a:lvl4pPr>
            <a:lvl5pPr marL="2600919" indent="0">
              <a:buNone/>
              <a:defRPr sz="2276"/>
            </a:lvl5pPr>
            <a:lvl6pPr marL="3251149" indent="0">
              <a:buNone/>
              <a:defRPr sz="2276"/>
            </a:lvl6pPr>
            <a:lvl7pPr marL="3901379" indent="0">
              <a:buNone/>
              <a:defRPr sz="2276"/>
            </a:lvl7pPr>
            <a:lvl8pPr marL="4551609" indent="0">
              <a:buNone/>
              <a:defRPr sz="2276"/>
            </a:lvl8pPr>
            <a:lvl9pPr marL="5201839" indent="0">
              <a:buNone/>
              <a:defRPr sz="2276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633547"/>
            <a:ext cx="9375268" cy="702168"/>
          </a:xfrm>
        </p:spPr>
        <p:txBody>
          <a:bodyPr>
            <a:normAutofit/>
          </a:bodyPr>
          <a:lstStyle>
            <a:lvl1pPr marL="0" indent="0">
              <a:buNone/>
              <a:defRPr sz="1707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6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866986"/>
            <a:ext cx="9375268" cy="4433124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6192421"/>
            <a:ext cx="9375268" cy="221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4503506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461388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5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998" y="866987"/>
            <a:ext cx="8689190" cy="4118187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436049" y="4985173"/>
            <a:ext cx="8041085" cy="541867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27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6192421"/>
            <a:ext cx="9375268" cy="221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83" y="4503506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461388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571828" y="921607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8892" y="4131991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4749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3467949"/>
            <a:ext cx="9375268" cy="3875335"/>
          </a:xfrm>
        </p:spPr>
        <p:txBody>
          <a:bodyPr anchor="b">
            <a:normAutofit/>
          </a:bodyPr>
          <a:lstStyle>
            <a:lvl1pPr algn="l">
              <a:defRPr sz="682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375268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5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111998" y="866987"/>
            <a:ext cx="8689190" cy="4118187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62546" y="6177280"/>
            <a:ext cx="9512238" cy="11921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13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512238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571828" y="921607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8892" y="4131991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8257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7" y="892312"/>
            <a:ext cx="9375266" cy="4096028"/>
          </a:xfrm>
        </p:spPr>
        <p:txBody>
          <a:bodyPr anchor="ctr">
            <a:normAutofit/>
          </a:bodyPr>
          <a:lstStyle>
            <a:lvl1pPr algn="l">
              <a:defRPr sz="682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62546" y="6177280"/>
            <a:ext cx="9375268" cy="11921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13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375268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09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53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2805" y="892311"/>
            <a:ext cx="2355388" cy="751476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62547" y="892311"/>
            <a:ext cx="6707695" cy="7514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4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325120"/>
            <a:ext cx="2817707" cy="9441604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9043" y="406"/>
            <a:ext cx="2776565" cy="9746443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260096" cy="9753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6506" y="887623"/>
            <a:ext cx="9371307" cy="182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3034453"/>
            <a:ext cx="9375268" cy="5527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54080" y="8725461"/>
            <a:ext cx="1089963" cy="5264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2546" y="8726485"/>
            <a:ext cx="813011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27080" y="1120403"/>
            <a:ext cx="83196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44">
                <a:solidFill>
                  <a:srgbClr val="FEFFFF"/>
                </a:solidFill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7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  <p:sldLayoutId id="2147484055" r:id="rId12"/>
    <p:sldLayoutId id="2147484056" r:id="rId13"/>
    <p:sldLayoutId id="2147484057" r:id="rId14"/>
    <p:sldLayoutId id="2147484058" r:id="rId15"/>
    <p:sldLayoutId id="2147484059" r:id="rId16"/>
  </p:sldLayoutIdLst>
  <p:txStyles>
    <p:titleStyle>
      <a:lvl1pPr algn="l" defTabSz="650230" rtl="0" eaLnBrk="1" latinLnBrk="0" hangingPunct="1">
        <a:spcBef>
          <a:spcPct val="0"/>
        </a:spcBef>
        <a:buNone/>
        <a:defRPr sz="51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87672" indent="-487672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25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056623" indent="-406394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22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625575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99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27580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92603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57626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22649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87672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52695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MẠNG NEURON…"/>
          <p:cNvSpPr txBox="1">
            <a:spLocks noGrp="1"/>
          </p:cNvSpPr>
          <p:nvPr>
            <p:ph type="subTitle" idx="1"/>
          </p:nvPr>
        </p:nvSpPr>
        <p:spPr>
          <a:xfrm>
            <a:off x="-3388" y="3025014"/>
            <a:ext cx="13004801" cy="402119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8800" err="1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Kỹ</a:t>
            </a:r>
            <a:r>
              <a:rPr lang="en-US" sz="8800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 </a:t>
            </a:r>
            <a:r>
              <a:rPr lang="en-US" sz="8800" err="1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thuật</a:t>
            </a:r>
            <a:r>
              <a:rPr lang="en-US" sz="8800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 </a:t>
            </a:r>
            <a:r>
              <a:rPr lang="en-US" sz="8800" err="1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xử</a:t>
            </a:r>
            <a:r>
              <a:rPr lang="en-US" sz="8800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 </a:t>
            </a:r>
            <a:r>
              <a:rPr lang="en-US" sz="8800" err="1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lý</a:t>
            </a:r>
            <a:r>
              <a:rPr lang="en-US" sz="8800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 </a:t>
            </a:r>
            <a:r>
              <a:rPr lang="en-US" sz="8800" err="1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ảnh</a:t>
            </a:r>
            <a:r>
              <a:rPr lang="en-US" sz="8800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 </a:t>
            </a:r>
            <a:r>
              <a:rPr lang="en-US" sz="8800" err="1">
                <a:solidFill>
                  <a:srgbClr val="002060"/>
                </a:solidFill>
                <a:latin typeface="Constantia" panose="02030602050306030303" pitchFamily="18" charset="0"/>
                <a:cs typeface="Aptos Serif" panose="020B0502040204020203" pitchFamily="18" charset="0"/>
              </a:rPr>
              <a:t>số</a:t>
            </a:r>
            <a:endParaRPr lang="en-US" sz="8800">
              <a:solidFill>
                <a:srgbClr val="002060"/>
              </a:solidFill>
              <a:latin typeface="Constantia" panose="02030602050306030303" pitchFamily="18" charset="0"/>
              <a:cs typeface="Aptos Serif" panose="020B0502040204020203" pitchFamily="18" charset="0"/>
            </a:endParaRP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err="1">
                <a:solidFill>
                  <a:srgbClr val="002060"/>
                </a:solidFill>
                <a:latin typeface="Constantia" panose="02030602050306030303" pitchFamily="18" charset="0"/>
                <a:cs typeface="Aparajita" panose="02020603050405020304" pitchFamily="18" charset="0"/>
              </a:rPr>
              <a:t>Giảng</a:t>
            </a:r>
            <a:r>
              <a:rPr lang="en-US" sz="4000">
                <a:solidFill>
                  <a:srgbClr val="002060"/>
                </a:solidFill>
                <a:latin typeface="Constantia" panose="02030602050306030303" pitchFamily="18" charset="0"/>
                <a:cs typeface="Aparajita" panose="02020603050405020304" pitchFamily="18" charset="0"/>
              </a:rPr>
              <a:t> </a:t>
            </a:r>
            <a:r>
              <a:rPr lang="en-US" sz="4000" err="1">
                <a:solidFill>
                  <a:srgbClr val="002060"/>
                </a:solidFill>
                <a:latin typeface="Constantia" panose="02030602050306030303" pitchFamily="18" charset="0"/>
                <a:cs typeface="Aparajita" panose="02020603050405020304" pitchFamily="18" charset="0"/>
              </a:rPr>
              <a:t>viên</a:t>
            </a:r>
            <a:r>
              <a:rPr lang="en-US" sz="4000">
                <a:solidFill>
                  <a:srgbClr val="002060"/>
                </a:solidFill>
                <a:latin typeface="Constantia" panose="02030602050306030303" pitchFamily="18" charset="0"/>
                <a:cs typeface="Aparajita" panose="02020603050405020304" pitchFamily="18" charset="0"/>
              </a:rPr>
              <a:t> : TS. Nguyễn Thúy Bình</a:t>
            </a: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cap="none">
                <a:solidFill>
                  <a:srgbClr val="002060"/>
                </a:solidFill>
                <a:latin typeface="Constantia" panose="02030602050306030303" pitchFamily="18" charset="0"/>
                <a:cs typeface="Aparajita" panose="02020603050405020304" pitchFamily="18" charset="0"/>
              </a:rPr>
              <a:t>Email: thuybinh_ktdt@utc.edu.vn</a:t>
            </a:r>
            <a:endParaRPr lang="en-US" sz="4000">
              <a:solidFill>
                <a:srgbClr val="002060"/>
              </a:solidFill>
              <a:latin typeface="Constantia" panose="02030602050306030303" pitchFamily="18" charset="0"/>
              <a:cs typeface="Aparajita" panose="02020603050405020304" pitchFamily="18" charset="0"/>
            </a:endParaRP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4000">
                <a:solidFill>
                  <a:srgbClr val="002060"/>
                </a:solidFill>
                <a:latin typeface="Constantia" panose="02030602050306030303" pitchFamily="18" charset="0"/>
                <a:cs typeface="Aparajita" panose="02020603050405020304" pitchFamily="18" charset="0"/>
              </a:rPr>
              <a:t> </a:t>
            </a: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endParaRPr lang="en-US" sz="320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20" name="Số Trang chiếu"/>
          <p:cNvSpPr txBox="1">
            <a:spLocks noGrp="1"/>
          </p:cNvSpPr>
          <p:nvPr>
            <p:ph type="sldNum" sz="quarter" idx="12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Nội dung môn học"/>
          <p:cNvSpPr txBox="1">
            <a:spLocks noGrp="1"/>
          </p:cNvSpPr>
          <p:nvPr>
            <p:ph type="ctrTitle"/>
          </p:nvPr>
        </p:nvSpPr>
        <p:spPr>
          <a:xfrm>
            <a:off x="-673" y="-14652"/>
            <a:ext cx="12980746" cy="134042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sz="7200" b="1" err="1">
                <a:solidFill>
                  <a:srgbClr val="002060"/>
                </a:solidFill>
                <a:latin typeface="Constantia" panose="02030602050306030303" pitchFamily="18" charset="0"/>
              </a:rPr>
              <a:t>Nội</a:t>
            </a:r>
            <a:r>
              <a:rPr sz="7200" b="1">
                <a:solidFill>
                  <a:srgbClr val="002060"/>
                </a:solidFill>
                <a:latin typeface="Constantia" panose="02030602050306030303" pitchFamily="18" charset="0"/>
              </a:rPr>
              <a:t> dung </a:t>
            </a:r>
            <a:r>
              <a:rPr sz="7200" b="1" err="1">
                <a:solidFill>
                  <a:srgbClr val="002060"/>
                </a:solidFill>
                <a:latin typeface="Constantia" panose="02030602050306030303" pitchFamily="18" charset="0"/>
              </a:rPr>
              <a:t>môn</a:t>
            </a:r>
            <a:r>
              <a:rPr sz="7200" b="1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sz="7200" b="1"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endParaRPr sz="7200" b="1">
              <a:solidFill>
                <a:srgbClr val="002060"/>
              </a:solidFill>
              <a:latin typeface="Constantia" panose="02030602050306030303" pitchFamily="18" charset="0"/>
            </a:endParaRPr>
          </a:p>
        </p:txBody>
      </p:sp>
      <p:sp>
        <p:nvSpPr>
          <p:cNvPr id="123" name="Tên môn học: Mạng neuron và ứng dụng trong xử lý tín hiệu…"/>
          <p:cNvSpPr txBox="1">
            <a:spLocks noGrp="1"/>
          </p:cNvSpPr>
          <p:nvPr>
            <p:ph type="subTitle" idx="1"/>
          </p:nvPr>
        </p:nvSpPr>
        <p:spPr>
          <a:xfrm>
            <a:off x="166255" y="1759727"/>
            <a:ext cx="12615648" cy="739850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indent="-742950" algn="just">
              <a:buSzPct val="100000"/>
              <a:buFont typeface="+mj-lt"/>
              <a:buAutoNum type="arabicPeriod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sz="3600" err="1">
                <a:solidFill>
                  <a:srgbClr val="002060"/>
                </a:solidFill>
                <a:latin typeface="Constantia" panose="02030602050306030303" pitchFamily="18" charset="0"/>
              </a:rPr>
              <a:t>Thời</a:t>
            </a:r>
            <a:r>
              <a:rPr sz="360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sz="3600" err="1">
                <a:solidFill>
                  <a:srgbClr val="002060"/>
                </a:solidFill>
                <a:latin typeface="Constantia" panose="02030602050306030303" pitchFamily="18" charset="0"/>
              </a:rPr>
              <a:t>lượng</a:t>
            </a:r>
            <a:r>
              <a:rPr sz="3600">
                <a:solidFill>
                  <a:srgbClr val="002060"/>
                </a:solidFill>
                <a:latin typeface="Constantia" panose="02030602050306030303" pitchFamily="18" charset="0"/>
              </a:rPr>
              <a:t>: </a:t>
            </a:r>
            <a:r>
              <a:rPr sz="3600" b="0">
                <a:solidFill>
                  <a:srgbClr val="002060"/>
                </a:solidFill>
                <a:latin typeface="Constantia" panose="02030602050306030303" pitchFamily="18" charset="0"/>
              </a:rPr>
              <a:t>2 </a:t>
            </a:r>
            <a:r>
              <a:rPr sz="3600" b="0" err="1">
                <a:solidFill>
                  <a:srgbClr val="002060"/>
                </a:solidFill>
                <a:latin typeface="Constantia" panose="02030602050306030303" pitchFamily="18" charset="0"/>
              </a:rPr>
              <a:t>tín</a:t>
            </a:r>
            <a:r>
              <a:rPr sz="3600" b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sz="3600" b="0" err="1">
                <a:solidFill>
                  <a:srgbClr val="002060"/>
                </a:solidFill>
                <a:latin typeface="Constantia" panose="02030602050306030303" pitchFamily="18" charset="0"/>
              </a:rPr>
              <a:t>chỉ</a:t>
            </a:r>
            <a:r>
              <a:rPr sz="3600" b="0">
                <a:solidFill>
                  <a:srgbClr val="002060"/>
                </a:solidFill>
                <a:latin typeface="Constantia" panose="02030602050306030303" pitchFamily="18" charset="0"/>
              </a:rPr>
              <a:t> (</a:t>
            </a:r>
            <a:r>
              <a:rPr lang="en-US" sz="3600" b="0">
                <a:solidFill>
                  <a:srgbClr val="002060"/>
                </a:solidFill>
                <a:latin typeface="Constantia" panose="02030602050306030303" pitchFamily="18" charset="0"/>
              </a:rPr>
              <a:t>9</a:t>
            </a:r>
            <a:r>
              <a:rPr sz="3600" b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sz="3600" b="0" err="1">
                <a:solidFill>
                  <a:srgbClr val="002060"/>
                </a:solidFill>
                <a:latin typeface="Constantia" panose="02030602050306030303" pitchFamily="18" charset="0"/>
              </a:rPr>
              <a:t>buổi</a:t>
            </a:r>
            <a:r>
              <a:rPr sz="3600" b="0">
                <a:solidFill>
                  <a:srgbClr val="002060"/>
                </a:solidFill>
                <a:latin typeface="Constantia" panose="02030602050306030303" pitchFamily="18" charset="0"/>
              </a:rPr>
              <a:t> LT + 4 </a:t>
            </a:r>
            <a:r>
              <a:rPr sz="3600" b="0" err="1">
                <a:solidFill>
                  <a:srgbClr val="002060"/>
                </a:solidFill>
                <a:latin typeface="Constantia" panose="02030602050306030303" pitchFamily="18" charset="0"/>
              </a:rPr>
              <a:t>buổi</a:t>
            </a:r>
            <a:r>
              <a:rPr sz="3600" b="0">
                <a:solidFill>
                  <a:srgbClr val="002060"/>
                </a:solidFill>
                <a:latin typeface="Constantia" panose="02030602050306030303" pitchFamily="18" charset="0"/>
              </a:rPr>
              <a:t> BT)</a:t>
            </a:r>
          </a:p>
          <a:p>
            <a:pPr marL="742950" indent="-742950" algn="just">
              <a:buSzPct val="100000"/>
              <a:buFont typeface="+mj-lt"/>
              <a:buAutoNum type="arabicPeriod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Đánh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giá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phần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:</a:t>
            </a:r>
            <a:endParaRPr lang="en-US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Điểm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danh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: 1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</a:rPr>
              <a:t>0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%</a:t>
            </a:r>
            <a:endParaRPr lang="en-US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err="1">
                <a:solidFill>
                  <a:srgbClr val="002060"/>
                </a:solidFill>
                <a:latin typeface="Constantia" panose="02030602050306030303" pitchFamily="18" charset="0"/>
              </a:rPr>
              <a:t>Điểm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err="1">
                <a:solidFill>
                  <a:srgbClr val="002060"/>
                </a:solidFill>
                <a:latin typeface="Constantia" panose="02030602050306030303" pitchFamily="18" charset="0"/>
              </a:rPr>
              <a:t>bài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err="1">
                <a:solidFill>
                  <a:srgbClr val="002060"/>
                </a:solidFill>
                <a:latin typeface="Constantia" panose="02030602050306030303" pitchFamily="18" charset="0"/>
              </a:rPr>
              <a:t>tập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</a:rPr>
              <a:t>: 15%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Bài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kiểm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tra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: 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</a:rPr>
              <a:t>15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%</a:t>
            </a:r>
            <a:endParaRPr lang="en-US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Thi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kết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thúc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err="1">
                <a:solidFill>
                  <a:srgbClr val="002060"/>
                </a:solidFill>
                <a:latin typeface="Constantia" panose="02030602050306030303" pitchFamily="18" charset="0"/>
              </a:rPr>
              <a:t>phần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: 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</a:rPr>
              <a:t>6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0%</a:t>
            </a:r>
          </a:p>
          <a:p>
            <a:pPr lvl="2" algn="just">
              <a:defRPr sz="4000"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002060"/>
              </a:solidFill>
              <a:latin typeface="Constantia" panose="02030602050306030303" pitchFamily="18" charset="0"/>
            </a:endParaRPr>
          </a:p>
        </p:txBody>
      </p:sp>
      <p:sp>
        <p:nvSpPr>
          <p:cNvPr id="124" name="Số Trang chiếu"/>
          <p:cNvSpPr txBox="1">
            <a:spLocks noGrp="1"/>
          </p:cNvSpPr>
          <p:nvPr>
            <p:ph type="sldNum" sz="quarter" idx="12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6772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Nội dung môn học"/>
          <p:cNvSpPr txBox="1">
            <a:spLocks noGrp="1"/>
          </p:cNvSpPr>
          <p:nvPr>
            <p:ph type="ctrTitle"/>
          </p:nvPr>
        </p:nvSpPr>
        <p:spPr>
          <a:xfrm>
            <a:off x="-673" y="-14652"/>
            <a:ext cx="12980746" cy="134042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7200" b="1" err="1">
                <a:solidFill>
                  <a:srgbClr val="002060"/>
                </a:solidFill>
                <a:latin typeface="Constantia" panose="02030602050306030303" pitchFamily="18" charset="0"/>
              </a:rPr>
              <a:t>Nội</a:t>
            </a:r>
            <a:r>
              <a:rPr lang="en-US" sz="7200" b="1">
                <a:solidFill>
                  <a:srgbClr val="002060"/>
                </a:solidFill>
                <a:latin typeface="Constantia" panose="02030602050306030303" pitchFamily="18" charset="0"/>
              </a:rPr>
              <a:t> dung </a:t>
            </a:r>
            <a:r>
              <a:rPr lang="en-US" sz="7200" b="1" err="1">
                <a:solidFill>
                  <a:srgbClr val="002060"/>
                </a:solidFill>
                <a:latin typeface="Constantia" panose="02030602050306030303" pitchFamily="18" charset="0"/>
              </a:rPr>
              <a:t>môn</a:t>
            </a:r>
            <a:r>
              <a:rPr lang="en-US" sz="7200" b="1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7200" b="1"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endParaRPr sz="7200">
              <a:solidFill>
                <a:srgbClr val="002060"/>
              </a:solidFill>
            </a:endParaRPr>
          </a:p>
        </p:txBody>
      </p:sp>
      <p:sp>
        <p:nvSpPr>
          <p:cNvPr id="127" name="Tổng quan về neuron và mạng neuron…"/>
          <p:cNvSpPr txBox="1">
            <a:spLocks noGrp="1"/>
          </p:cNvSpPr>
          <p:nvPr>
            <p:ph type="subTitle" idx="1"/>
          </p:nvPr>
        </p:nvSpPr>
        <p:spPr>
          <a:xfrm>
            <a:off x="1828800" y="1786206"/>
            <a:ext cx="10809514" cy="7398508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635000" indent="-635000" algn="just">
              <a:buSzPct val="100000"/>
              <a:buAutoNum type="arabicPeriod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b="1" err="1">
                <a:solidFill>
                  <a:srgbClr val="002060"/>
                </a:solidFill>
                <a:latin typeface="Constantia" panose="02030602050306030303" pitchFamily="18" charset="0"/>
              </a:rPr>
              <a:t>Lý</a:t>
            </a:r>
            <a:r>
              <a:rPr lang="en-US" b="1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b="1" err="1">
                <a:solidFill>
                  <a:srgbClr val="002060"/>
                </a:solidFill>
                <a:latin typeface="Constantia" panose="02030602050306030303" pitchFamily="18" charset="0"/>
              </a:rPr>
              <a:t>thuyết</a:t>
            </a:r>
            <a:endParaRPr lang="en-US" b="1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Tổng quan về xử lý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Cải thiện và nâng cao chất lượng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Phát hiện và tách biên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Phân vùng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Xử lý ảnh nhị phân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</a:rPr>
              <a:t>	</a:t>
            </a:r>
          </a:p>
          <a:p>
            <a:pPr marL="635000" indent="-635000" algn="just">
              <a:buSzPct val="100000"/>
              <a:buAutoNum type="arabicPeriod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b="1" err="1">
                <a:solidFill>
                  <a:srgbClr val="002060"/>
                </a:solidFill>
                <a:latin typeface="Constantia" panose="02030602050306030303" pitchFamily="18" charset="0"/>
              </a:rPr>
              <a:t>Bài</a:t>
            </a:r>
            <a:r>
              <a:rPr lang="en-US" b="1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b="1" err="1">
                <a:solidFill>
                  <a:srgbClr val="002060"/>
                </a:solidFill>
                <a:latin typeface="Constantia" panose="02030602050306030303" pitchFamily="18" charset="0"/>
              </a:rPr>
              <a:t>tập+Thực</a:t>
            </a:r>
            <a:r>
              <a:rPr lang="en-US" b="1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b="1" err="1">
                <a:solidFill>
                  <a:srgbClr val="002060"/>
                </a:solidFill>
                <a:latin typeface="Constantia" panose="02030602050306030303" pitchFamily="18" charset="0"/>
              </a:rPr>
              <a:t>hành</a:t>
            </a:r>
            <a:r>
              <a:rPr lang="en-US" b="1">
                <a:solidFill>
                  <a:srgbClr val="002060"/>
                </a:solidFill>
                <a:latin typeface="Constantia" panose="02030602050306030303" pitchFamily="18" charset="0"/>
              </a:rPr>
              <a:t>: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 Biểu diễn ảnh và biến đổi không gian màu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 Cải thiện và nâng cao chất lượng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 Phát hiện và tách biên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 Phân vùng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Xử lý ảnh nhị phân</a:t>
            </a:r>
            <a:endParaRPr sz="3200">
              <a:solidFill>
                <a:srgbClr val="002060"/>
              </a:solidFill>
              <a:latin typeface="Constantia" panose="02030602050306030303" pitchFamily="18" charset="0"/>
            </a:endParaRPr>
          </a:p>
        </p:txBody>
      </p:sp>
      <p:sp>
        <p:nvSpPr>
          <p:cNvPr id="128" name="Số Trang chiếu"/>
          <p:cNvSpPr txBox="1">
            <a:spLocks noGrp="1"/>
          </p:cNvSpPr>
          <p:nvPr>
            <p:ph type="sldNum" sz="quarter" idx="12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>
                <a:solidFill>
                  <a:srgbClr val="002060"/>
                </a:solidFill>
              </a:rPr>
              <a:t>3</a:t>
            </a:fld>
            <a:endParaRPr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063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243" y="1852718"/>
            <a:ext cx="11588885" cy="7333913"/>
          </a:xfrm>
        </p:spPr>
        <p:txBody>
          <a:bodyPr/>
          <a:lstStyle/>
          <a:p>
            <a:r>
              <a:rPr lang="en-US" sz="3200">
                <a:latin typeface="Constantia" panose="02030602050306030303" pitchFamily="18" charset="0"/>
              </a:rPr>
              <a:t> Hình ảnh được phân chia thành các vùng con, gọi là segment</a:t>
            </a:r>
          </a:p>
          <a:p>
            <a:pPr marL="0" indent="0">
              <a:buNone/>
            </a:pPr>
            <a:endParaRPr lang="en-US" sz="3200">
              <a:latin typeface="Constantia" panose="02030602050306030303" pitchFamily="18" charset="0"/>
            </a:endParaRPr>
          </a:p>
        </p:txBody>
      </p:sp>
      <p:sp>
        <p:nvSpPr>
          <p:cNvPr id="4" name="Nội dung môn học"/>
          <p:cNvSpPr txBox="1">
            <a:spLocks/>
          </p:cNvSpPr>
          <p:nvPr/>
        </p:nvSpPr>
        <p:spPr>
          <a:xfrm>
            <a:off x="1341410" y="512291"/>
            <a:ext cx="10142834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>
                <a:solidFill>
                  <a:srgbClr val="002060"/>
                </a:solidFill>
                <a:latin typeface="Constantia" panose="02030602050306030303" pitchFamily="18" charset="0"/>
              </a:rPr>
              <a:t>Phân vùng ảnh</a:t>
            </a:r>
            <a:endParaRPr lang="en-US" sz="7200" b="0">
              <a:solidFill>
                <a:srgbClr val="00206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43" y="2829937"/>
            <a:ext cx="11663390" cy="580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80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243" y="1852718"/>
            <a:ext cx="11588885" cy="7333913"/>
          </a:xfrm>
        </p:spPr>
        <p:txBody>
          <a:bodyPr/>
          <a:lstStyle/>
          <a:p>
            <a:r>
              <a:rPr lang="en-US" sz="3200">
                <a:solidFill>
                  <a:srgbClr val="000066"/>
                </a:solidFill>
                <a:latin typeface="Constantia" panose="02030602050306030303" pitchFamily="18" charset="0"/>
              </a:rPr>
              <a:t>Làm giảm độ phức tạp của hình ảnh </a:t>
            </a:r>
          </a:p>
          <a:p>
            <a:r>
              <a:rPr lang="en-US" sz="3200">
                <a:solidFill>
                  <a:srgbClr val="000066"/>
                </a:solidFill>
                <a:latin typeface="Constantia" panose="02030602050306030303" pitchFamily="18" charset="0"/>
              </a:rPr>
              <a:t>Giúp quá trình phân tích, xử lý hình ảnh trở nên đơn giản</a:t>
            </a:r>
            <a:endParaRPr lang="en-US" sz="2800">
              <a:solidFill>
                <a:srgbClr val="000066"/>
              </a:solidFill>
              <a:latin typeface="Constantia" panose="02030602050306030303" pitchFamily="18" charset="0"/>
            </a:endParaRPr>
          </a:p>
          <a:p>
            <a:pPr marL="0" indent="0">
              <a:buNone/>
            </a:pPr>
            <a:endParaRPr lang="en-US" sz="3200">
              <a:latin typeface="Constantia" panose="02030602050306030303" pitchFamily="18" charset="0"/>
            </a:endParaRPr>
          </a:p>
        </p:txBody>
      </p:sp>
      <p:sp>
        <p:nvSpPr>
          <p:cNvPr id="4" name="Nội dung môn học"/>
          <p:cNvSpPr txBox="1">
            <a:spLocks/>
          </p:cNvSpPr>
          <p:nvPr/>
        </p:nvSpPr>
        <p:spPr>
          <a:xfrm>
            <a:off x="1341410" y="512291"/>
            <a:ext cx="10142834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>
                <a:solidFill>
                  <a:srgbClr val="002060"/>
                </a:solidFill>
                <a:latin typeface="Constantia" panose="02030602050306030303" pitchFamily="18" charset="0"/>
              </a:rPr>
              <a:t>Phân vùng ảnh</a:t>
            </a:r>
            <a:endParaRPr lang="en-US" sz="7200" b="0">
              <a:solidFill>
                <a:srgbClr val="00206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41410" y="4142725"/>
            <a:ext cx="10621990" cy="1185762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>
                <a:solidFill>
                  <a:srgbClr val="002060"/>
                </a:solidFill>
                <a:latin typeface="Constantia" panose="02030602050306030303" pitchFamily="18" charset="0"/>
              </a:rPr>
              <a:t>Gán nhãn cho từng điểm ảnh, các điểm ảnh thuộc cùng một vùng có nhãn giống nhau</a:t>
            </a:r>
          </a:p>
        </p:txBody>
      </p:sp>
      <p:sp>
        <p:nvSpPr>
          <p:cNvPr id="6" name="Down Arrow 5"/>
          <p:cNvSpPr/>
          <p:nvPr/>
        </p:nvSpPr>
        <p:spPr>
          <a:xfrm>
            <a:off x="6157105" y="3325395"/>
            <a:ext cx="990600" cy="66040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904760" y="6300482"/>
            <a:ext cx="7786245" cy="1185762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b="0">
                <a:solidFill>
                  <a:srgbClr val="002060"/>
                </a:solidFill>
                <a:latin typeface="Constantia" panose="02030602050306030303" pitchFamily="18" charset="0"/>
              </a:rPr>
              <a:t>Tiếp cận tương đồng (Similarity approach)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b="0">
                <a:solidFill>
                  <a:srgbClr val="002060"/>
                </a:solidFill>
                <a:latin typeface="Constantia" panose="02030602050306030303" pitchFamily="18" charset="0"/>
              </a:rPr>
              <a:t>Tiếp cận gián đoạn (Discontinuty approach)</a:t>
            </a:r>
          </a:p>
        </p:txBody>
      </p:sp>
      <p:sp>
        <p:nvSpPr>
          <p:cNvPr id="8" name="Down Arrow 7"/>
          <p:cNvSpPr/>
          <p:nvPr/>
        </p:nvSpPr>
        <p:spPr>
          <a:xfrm>
            <a:off x="6183755" y="5485417"/>
            <a:ext cx="990600" cy="66040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9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ội dung môn học"/>
          <p:cNvSpPr txBox="1">
            <a:spLocks/>
          </p:cNvSpPr>
          <p:nvPr/>
        </p:nvSpPr>
        <p:spPr>
          <a:xfrm>
            <a:off x="1279417" y="512291"/>
            <a:ext cx="10142834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>
                <a:solidFill>
                  <a:srgbClr val="002060"/>
                </a:solidFill>
                <a:latin typeface="Constantia" panose="02030602050306030303" pitchFamily="18" charset="0"/>
              </a:rPr>
              <a:t>Phân vùng ảnh</a:t>
            </a:r>
            <a:endParaRPr lang="en-US" sz="7200" b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9243" y="1852718"/>
                <a:ext cx="11588885" cy="7333913"/>
              </a:xfrm>
            </p:spPr>
            <p:txBody>
              <a:bodyPr>
                <a:normAutofit/>
              </a:bodyPr>
              <a:lstStyle/>
              <a:p>
                <a:r>
                  <a:rPr lang="en-US" sz="32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Hướng tiếp cận tương đồng: phát hiện sự tương đồng giữa các điểm ảnh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 phân đoạn </a:t>
                </a:r>
                <a:r>
                  <a:rPr lang="en-US" sz="3200" b="1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dựa trên ngưỡng</a:t>
                </a:r>
              </a:p>
              <a:p>
                <a:r>
                  <a:rPr lang="en-US" sz="32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Hướng tiếp cận gián đoạn: phát hiện sự thay đổi cường độ sáng đột ngột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 </a:t>
                </a:r>
                <a:r>
                  <a:rPr lang="en-US" sz="3200" b="1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biên, đường, cạnh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 phân vùng</a:t>
                </a:r>
              </a:p>
              <a:p>
                <a:r>
                  <a:rPr lang="en-US" sz="3200" b="1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Phân loại: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vi-VN" sz="28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Phân vùng dựa trên </a:t>
                </a:r>
                <a:r>
                  <a:rPr lang="en-US" sz="28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biên</a:t>
                </a:r>
                <a:r>
                  <a:rPr lang="vi-VN" sz="28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 (Edge Based Segmentation)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vi-VN" sz="28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Phân vùng dựa trên ngưỡng (Threshold Based Segmentation)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vi-VN" sz="28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Phân vùng dựa trên khu vực (Region-Based Segmentation)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vi-VN" sz="28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Phân vùng dựa trên kỹ thuật phân cụm (Clustering Based Segmentation)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vi-VN" sz="2800">
                    <a:solidFill>
                      <a:srgbClr val="000066"/>
                    </a:solidFill>
                    <a:latin typeface="Constantia" panose="02030602050306030303" pitchFamily="18" charset="0"/>
                  </a:rPr>
                  <a:t>Phân vùng dựa trên mạng nơron nhân tạo (Artificial Neural Network Based Segmentation)</a:t>
                </a:r>
                <a:endParaRPr lang="en-US" sz="2800">
                  <a:solidFill>
                    <a:srgbClr val="000066"/>
                  </a:solidFill>
                  <a:latin typeface="Constantia" panose="02030602050306030303" pitchFamily="18" charset="0"/>
                </a:endParaRPr>
              </a:p>
              <a:p>
                <a:pPr marL="0" indent="0">
                  <a:buNone/>
                </a:pPr>
                <a:endParaRPr lang="en-US" sz="3200">
                  <a:latin typeface="Constantia" panose="02030602050306030303" pitchFamily="18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9243" y="1852718"/>
                <a:ext cx="11588885" cy="7333913"/>
              </a:xfrm>
              <a:blipFill>
                <a:blip r:embed="rId2"/>
                <a:stretch>
                  <a:fillRect l="-1420" t="-1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717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ội dung môn học"/>
          <p:cNvSpPr txBox="1">
            <a:spLocks/>
          </p:cNvSpPr>
          <p:nvPr/>
        </p:nvSpPr>
        <p:spPr>
          <a:xfrm>
            <a:off x="143597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biên</a:t>
            </a:r>
            <a:endParaRPr lang="en-US" sz="6600" b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1202" y="2138257"/>
            <a:ext cx="125522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Biên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ảnh</a:t>
            </a:r>
            <a:r>
              <a:rPr lang="en-US" sz="3200" b="0">
                <a:latin typeface="Constantia" panose="02030602050306030303" pitchFamily="18" charset="0"/>
              </a:rPr>
              <a:t>: </a:t>
            </a:r>
            <a:r>
              <a:rPr lang="en-US" sz="3200" b="0" err="1">
                <a:latin typeface="Constantia" panose="02030602050306030303" pitchFamily="18" charset="0"/>
              </a:rPr>
              <a:t>tập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hợp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các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điểm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ảnh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nằm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trên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ranh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giới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giữa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hai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vùng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ảnh</a:t>
            </a:r>
            <a:r>
              <a:rPr lang="en-US" sz="3200" b="0">
                <a:latin typeface="Constantia" panose="02030602050306030303" pitchFamily="18" charset="0"/>
              </a:rPr>
              <a:t>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0">
                <a:latin typeface="Constantia" panose="02030602050306030303" pitchFamily="18" charset="0"/>
              </a:rPr>
              <a:t>  </a:t>
            </a:r>
            <a:r>
              <a:rPr lang="en-US" sz="3200" b="0" err="1">
                <a:latin typeface="Constantia" panose="02030602050306030303" pitchFamily="18" charset="0"/>
              </a:rPr>
              <a:t>Phát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hiện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biên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ảnh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dựa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trên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đạo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hàm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bậc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nhất</a:t>
            </a:r>
            <a:r>
              <a:rPr lang="en-US" sz="3200" b="0">
                <a:latin typeface="Constantia" panose="02030602050306030303" pitchFamily="18" charset="0"/>
              </a:rPr>
              <a:t> (Gradient) </a:t>
            </a:r>
            <a:r>
              <a:rPr lang="en-US" sz="3200" b="0" err="1">
                <a:latin typeface="Constantia" panose="02030602050306030303" pitchFamily="18" charset="0"/>
              </a:rPr>
              <a:t>và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đạo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hàm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bậc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hai</a:t>
            </a:r>
            <a:r>
              <a:rPr lang="en-US" sz="3200" b="0">
                <a:latin typeface="Constantia" panose="02030602050306030303" pitchFamily="18" charset="0"/>
              </a:rPr>
              <a:t> (Laplace)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Phân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vùng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ảnh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dựa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trên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biên</a:t>
            </a:r>
            <a:r>
              <a:rPr lang="en-US" sz="3200" b="0">
                <a:latin typeface="Constantia" panose="02030602050306030303" pitchFamily="18" charset="0"/>
              </a:rPr>
              <a:t>: </a:t>
            </a:r>
          </a:p>
          <a:p>
            <a:pPr marL="1022350" algn="l">
              <a:buFont typeface="Wingdings" panose="05000000000000000000" pitchFamily="2" charset="2"/>
              <a:buChar char="§"/>
            </a:pP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Biên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thường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không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khép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kín</a:t>
            </a:r>
            <a:endParaRPr lang="en-US" sz="3200" b="0">
              <a:latin typeface="Constantia" panose="02030602050306030303" pitchFamily="18" charset="0"/>
            </a:endParaRPr>
          </a:p>
          <a:p>
            <a:pPr marL="1022350" algn="l">
              <a:buFont typeface="Wingdings" panose="05000000000000000000" pitchFamily="2" charset="2"/>
              <a:buChar char="§"/>
            </a:pP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Nhiễu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gây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nên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biên</a:t>
            </a:r>
            <a:r>
              <a:rPr lang="en-US" sz="3200" b="0">
                <a:latin typeface="Constantia" panose="02030602050306030303" pitchFamily="18" charset="0"/>
              </a:rPr>
              <a:t> </a:t>
            </a:r>
            <a:r>
              <a:rPr lang="en-US" sz="3200" b="0" err="1">
                <a:latin typeface="Constantia" panose="02030602050306030303" pitchFamily="18" charset="0"/>
              </a:rPr>
              <a:t>giả</a:t>
            </a:r>
            <a:r>
              <a:rPr lang="en-US" sz="3200" b="0">
                <a:latin typeface="Constantia" panose="02030602050306030303" pitchFamily="18" charset="0"/>
              </a:rPr>
              <a:t>		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851614" y="6064340"/>
            <a:ext cx="9606006" cy="2948802"/>
            <a:chOff x="1435977" y="5957036"/>
            <a:chExt cx="9606006" cy="294880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5977" y="5962202"/>
              <a:ext cx="3174210" cy="2943636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7773" y="5957036"/>
              <a:ext cx="3174210" cy="2896004"/>
            </a:xfrm>
            <a:prstGeom prst="rect">
              <a:avLst/>
            </a:prstGeom>
          </p:spPr>
        </p:pic>
        <p:sp>
          <p:nvSpPr>
            <p:cNvPr id="6" name="Right Arrow 5"/>
            <p:cNvSpPr/>
            <p:nvPr/>
          </p:nvSpPr>
          <p:spPr>
            <a:xfrm>
              <a:off x="4846464" y="6930325"/>
              <a:ext cx="2541722" cy="1007390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1651" y="6650696"/>
              <a:ext cx="26260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0">
                  <a:latin typeface="Constantia" panose="02030602050306030303" pitchFamily="18" charset="0"/>
                </a:rPr>
                <a:t>Bộ lọc Sobel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700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211" y="2135550"/>
            <a:ext cx="11371908" cy="73339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>
                <a:latin typeface="Constantia" panose="02030602050306030303" pitchFamily="18" charset="0"/>
              </a:rPr>
              <a:t> Kết nối biên dựa trên 2 tính chất:</a:t>
            </a:r>
          </a:p>
          <a:p>
            <a:pPr marL="1055688" lvl="1" indent="-33338">
              <a:buFont typeface="Wingdings" panose="05000000000000000000" pitchFamily="2" charset="2"/>
              <a:buChar char="§"/>
            </a:pPr>
            <a:r>
              <a:rPr lang="en-US" sz="2916">
                <a:latin typeface="Constantia" panose="02030602050306030303" pitchFamily="18" charset="0"/>
              </a:rPr>
              <a:t>	Cường độ sáng (biên độ) của các điểm ảnh nằm trên biên</a:t>
            </a:r>
          </a:p>
          <a:p>
            <a:pPr marL="1055688" lvl="1" indent="-33338">
              <a:buFont typeface="Wingdings" panose="05000000000000000000" pitchFamily="2" charset="2"/>
              <a:buChar char="§"/>
            </a:pPr>
            <a:r>
              <a:rPr lang="en-US" sz="2916">
                <a:latin typeface="Constantia" panose="02030602050306030303" pitchFamily="18" charset="0"/>
              </a:rPr>
              <a:t> Hướng đi của biên</a:t>
            </a:r>
          </a:p>
          <a:p>
            <a:pPr marL="0" indent="0">
              <a:buNone/>
            </a:pPr>
            <a:r>
              <a:rPr lang="en-US" sz="3200">
                <a:latin typeface="Constantia" panose="02030602050306030303" pitchFamily="18" charset="0"/>
              </a:rPr>
              <a:t>	</a:t>
            </a:r>
          </a:p>
        </p:txBody>
      </p:sp>
      <p:sp>
        <p:nvSpPr>
          <p:cNvPr id="4" name="Nội dung môn học"/>
          <p:cNvSpPr txBox="1">
            <a:spLocks/>
          </p:cNvSpPr>
          <p:nvPr/>
        </p:nvSpPr>
        <p:spPr>
          <a:xfrm>
            <a:off x="143597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biên</a:t>
            </a:r>
            <a:endParaRPr lang="en-US" sz="6600" b="0">
              <a:solidFill>
                <a:srgbClr val="002060"/>
              </a:solidFill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6451719" y="3889607"/>
            <a:ext cx="986892" cy="625132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966573" y="4643445"/>
            <a:ext cx="4084320" cy="120396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atin typeface="Constantia" panose="02030602050306030303" pitchFamily="18" charset="0"/>
              </a:rPr>
              <a:t>Biến đổi Hough</a:t>
            </a:r>
          </a:p>
          <a:p>
            <a:pPr algn="ctr"/>
            <a:r>
              <a:rPr lang="en-US" sz="3200">
                <a:latin typeface="Constantia" panose="02030602050306030303" pitchFamily="18" charset="0"/>
              </a:rPr>
              <a:t>(Hough Transform)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3582" y="7061542"/>
            <a:ext cx="2532862" cy="120396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Constantia" panose="02030602050306030303" pitchFamily="18" charset="0"/>
              </a:rPr>
              <a:t>Xử lý cục bộ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9308" y="7157898"/>
            <a:ext cx="3039172" cy="120396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Constantia" panose="02030602050306030303" pitchFamily="18" charset="0"/>
              </a:rPr>
              <a:t>Xử lý toàn cục</a:t>
            </a:r>
          </a:p>
        </p:txBody>
      </p:sp>
      <p:sp>
        <p:nvSpPr>
          <p:cNvPr id="9" name="Down Arrow 8"/>
          <p:cNvSpPr/>
          <p:nvPr/>
        </p:nvSpPr>
        <p:spPr>
          <a:xfrm rot="3136692">
            <a:off x="5402936" y="5713225"/>
            <a:ext cx="525338" cy="1581325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 rot="18964098">
            <a:off x="7933698" y="5873597"/>
            <a:ext cx="525338" cy="1393371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5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ội dung môn học"/>
          <p:cNvSpPr txBox="1">
            <a:spLocks/>
          </p:cNvSpPr>
          <p:nvPr/>
        </p:nvSpPr>
        <p:spPr>
          <a:xfrm>
            <a:off x="143597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biên</a:t>
            </a:r>
            <a:endParaRPr lang="en-US" sz="6600" b="0">
              <a:solidFill>
                <a:srgbClr val="00206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3432" y="1828451"/>
            <a:ext cx="3576682" cy="827314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0066"/>
                </a:solidFill>
                <a:latin typeface="Constantia" panose="02030602050306030303" pitchFamily="18" charset="0"/>
              </a:rPr>
              <a:t>Xử lý cục bộ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32" y="3034453"/>
            <a:ext cx="12111084" cy="583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14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ội dung môn học"/>
          <p:cNvSpPr txBox="1">
            <a:spLocks/>
          </p:cNvSpPr>
          <p:nvPr/>
        </p:nvSpPr>
        <p:spPr>
          <a:xfrm>
            <a:off x="143597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biên</a:t>
            </a:r>
            <a:endParaRPr lang="en-US" sz="6600" b="0">
              <a:solidFill>
                <a:srgbClr val="00206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3432" y="1828451"/>
            <a:ext cx="3983082" cy="827314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0066"/>
                </a:solidFill>
                <a:latin typeface="Constantia" panose="02030602050306030303" pitchFamily="18" charset="0"/>
              </a:rPr>
              <a:t>Xử lý toàn cục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98" y="2775345"/>
            <a:ext cx="12574302" cy="615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20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ội dung môn học"/>
          <p:cNvSpPr txBox="1">
            <a:spLocks/>
          </p:cNvSpPr>
          <p:nvPr/>
        </p:nvSpPr>
        <p:spPr>
          <a:xfrm>
            <a:off x="143597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biên</a:t>
            </a:r>
            <a:endParaRPr lang="en-US" sz="6600" b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49" y="2155753"/>
            <a:ext cx="5985966" cy="31542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678" y="2123268"/>
            <a:ext cx="5943122" cy="32191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678" y="6124454"/>
            <a:ext cx="5946366" cy="3128036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6493790" y="3316637"/>
            <a:ext cx="567888" cy="80591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5400000">
            <a:off x="9513376" y="5330501"/>
            <a:ext cx="567888" cy="80591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2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594" y="1681253"/>
            <a:ext cx="9724693" cy="38212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Nội dung môn học"/>
          <p:cNvSpPr txBox="1">
            <a:spLocks/>
          </p:cNvSpPr>
          <p:nvPr/>
        </p:nvSpPr>
        <p:spPr>
          <a:xfrm>
            <a:off x="143597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biên</a:t>
            </a:r>
            <a:endParaRPr lang="en-US" sz="6600" b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594" y="5763741"/>
            <a:ext cx="9744928" cy="398985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24451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871" y="1814285"/>
            <a:ext cx="3741510" cy="3890321"/>
          </a:xfrm>
          <a:prstGeom prst="rect">
            <a:avLst/>
          </a:prstGeom>
        </p:spPr>
      </p:pic>
      <p:sp>
        <p:nvSpPr>
          <p:cNvPr id="5" name="Nội dung môn học"/>
          <p:cNvSpPr txBox="1">
            <a:spLocks/>
          </p:cNvSpPr>
          <p:nvPr/>
        </p:nvSpPr>
        <p:spPr>
          <a:xfrm>
            <a:off x="143597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biên</a:t>
            </a:r>
            <a:endParaRPr lang="en-US" sz="6600" b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78970" y="1959429"/>
                <a:ext cx="7649029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US" sz="3200"/>
                  <a:t> </a:t>
                </a:r>
                <a:r>
                  <a:rPr lang="en-US" sz="3200">
                    <a:latin typeface="Constantia" panose="02030602050306030303" pitchFamily="18" charset="0"/>
                  </a:rPr>
                  <a:t>Biến đổi Hough:</a:t>
                </a:r>
              </a:p>
              <a:p>
                <a:pPr marL="798513" algn="l">
                  <a:buFont typeface="Wingdings" panose="05000000000000000000" pitchFamily="2" charset="2"/>
                  <a:buChar char="§"/>
                </a:pPr>
                <a:r>
                  <a:rPr lang="en-US" sz="3200">
                    <a:latin typeface="Constantia" panose="02030602050306030303" pitchFamily="18" charset="0"/>
                  </a:rPr>
                  <a:t>	</a:t>
                </a:r>
                <a:r>
                  <a:rPr lang="en-US" sz="3200" b="0">
                    <a:latin typeface="Constantia" panose="02030602050306030303" pitchFamily="18" charset="0"/>
                  </a:rPr>
                  <a:t>Tìm các cặp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0">
                    <a:latin typeface="Constantia" panose="02030602050306030303" pitchFamily="18" charset="0"/>
                  </a:rPr>
                  <a:t>và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3200" b="0">
                    <a:latin typeface="Constantia" panose="02030602050306030303" pitchFamily="18" charset="0"/>
                  </a:rPr>
                  <a:t> thỏa mãn phương trình đi qua cặp điểm (x,y)</a:t>
                </a:r>
              </a:p>
              <a:p>
                <a:pPr marL="798513" algn="l">
                  <a:buFont typeface="Wingdings" panose="05000000000000000000" pitchFamily="2" charset="2"/>
                  <a:buChar char="§"/>
                </a:pPr>
                <a:r>
                  <a:rPr lang="en-US" sz="3200" b="0">
                    <a:latin typeface="Constantia" panose="02030602050306030303" pitchFamily="18" charset="0"/>
                  </a:rPr>
                  <a:t>  Các cặp giá trị </a:t>
                </a:r>
                <a14:m>
                  <m:oMath xmlns:m="http://schemas.openxmlformats.org/officeDocument/2006/math">
                    <m:r>
                      <a:rPr 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0">
                    <a:latin typeface="Constantia" panose="02030602050306030303" pitchFamily="18" charset="0"/>
                  </a:rPr>
                  <a:t>và </a:t>
                </a:r>
                <a14:m>
                  <m:oMath xmlns:m="http://schemas.openxmlformats.org/officeDocument/2006/math">
                    <m:r>
                      <a:rPr 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3200" b="0">
                    <a:latin typeface="Constantia" panose="02030602050306030303" pitchFamily="18" charset="0"/>
                  </a:rPr>
                  <a:t> được biểu diễn bởi mảng 2 chiều</a:t>
                </a:r>
              </a:p>
              <a:p>
                <a:pPr marL="798513" algn="l">
                  <a:buFont typeface="Wingdings" panose="05000000000000000000" pitchFamily="2" charset="2"/>
                  <a:buChar char="§"/>
                </a:pPr>
                <a:r>
                  <a:rPr lang="en-US" sz="3200" b="0">
                    <a:latin typeface="Constantia" panose="02030602050306030303" pitchFamily="18" charset="0"/>
                  </a:rPr>
                  <a:t> Biểu diễn các cặp giá trị </a:t>
                </a:r>
                <a14:m>
                  <m:oMath xmlns:m="http://schemas.openxmlformats.org/officeDocument/2006/math">
                    <m:r>
                      <a:rPr 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0">
                    <a:latin typeface="Constantia" panose="02030602050306030303" pitchFamily="18" charset="0"/>
                  </a:rPr>
                  <a:t>và </a:t>
                </a:r>
                <a14:m>
                  <m:oMath xmlns:m="http://schemas.openxmlformats.org/officeDocument/2006/math">
                    <m:r>
                      <a:rPr 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3200" b="0">
                    <a:latin typeface="Constantia" panose="02030602050306030303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 b="0">
                    <a:latin typeface="Constantia" panose="02030602050306030303" pitchFamily="18" charset="0"/>
                  </a:rPr>
                  <a:t> có dạng hình sin</a:t>
                </a:r>
              </a:p>
              <a:p>
                <a:pPr marL="798513" algn="l"/>
                <a:endParaRPr lang="en-US" sz="3200" b="0">
                  <a:latin typeface="Constantia" panose="02030602050306030303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0" y="1959429"/>
                <a:ext cx="7649029" cy="4031873"/>
              </a:xfrm>
              <a:prstGeom prst="rect">
                <a:avLst/>
              </a:prstGeom>
              <a:blipFill>
                <a:blip r:embed="rId3"/>
                <a:stretch>
                  <a:fillRect l="-1834" t="-1964" r="-1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991" y="4716650"/>
            <a:ext cx="2591162" cy="55252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666703" y="5508034"/>
            <a:ext cx="8792802" cy="5210902"/>
            <a:chOff x="666703" y="5508034"/>
            <a:chExt cx="8792802" cy="5210902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6703" y="5508034"/>
              <a:ext cx="8792802" cy="5210902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7431314" y="7170057"/>
              <a:ext cx="2028191" cy="17997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7678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30" y="2674575"/>
            <a:ext cx="11687808" cy="5245059"/>
          </a:xfrm>
          <a:prstGeom prst="rect">
            <a:avLst/>
          </a:prstGeom>
        </p:spPr>
      </p:pic>
      <p:sp>
        <p:nvSpPr>
          <p:cNvPr id="6" name="Nội dung môn học"/>
          <p:cNvSpPr txBox="1">
            <a:spLocks/>
          </p:cNvSpPr>
          <p:nvPr/>
        </p:nvSpPr>
        <p:spPr>
          <a:xfrm>
            <a:off x="131735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biên</a:t>
            </a:r>
            <a:endParaRPr lang="en-US" sz="6600" b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530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ội dung môn học"/>
          <p:cNvSpPr txBox="1">
            <a:spLocks/>
          </p:cNvSpPr>
          <p:nvPr/>
        </p:nvSpPr>
        <p:spPr>
          <a:xfrm>
            <a:off x="131735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biên</a:t>
            </a:r>
            <a:endParaRPr lang="en-US" sz="6600" b="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57" y="1906291"/>
            <a:ext cx="10955621" cy="22196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812" y="4233361"/>
            <a:ext cx="5529215" cy="552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76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EE31EA-0BF1-7ECF-B502-55250E2E5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45" y="1920701"/>
            <a:ext cx="12967855" cy="777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08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50" y="2081960"/>
            <a:ext cx="12596244" cy="6699183"/>
          </a:xfrm>
          <a:prstGeom prst="rect">
            <a:avLst/>
          </a:prstGeom>
        </p:spPr>
      </p:pic>
      <p:sp>
        <p:nvSpPr>
          <p:cNvPr id="5" name="Nội dung môn học"/>
          <p:cNvSpPr txBox="1">
            <a:spLocks/>
          </p:cNvSpPr>
          <p:nvPr/>
        </p:nvSpPr>
        <p:spPr>
          <a:xfrm>
            <a:off x="143597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ngưỡng</a:t>
            </a:r>
            <a:endParaRPr lang="en-US" sz="6600" b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36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ội dung môn học"/>
          <p:cNvSpPr txBox="1">
            <a:spLocks/>
          </p:cNvSpPr>
          <p:nvPr/>
        </p:nvSpPr>
        <p:spPr>
          <a:xfrm>
            <a:off x="1317357" y="0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ngưỡng</a:t>
            </a:r>
            <a:endParaRPr lang="en-US" sz="6600" b="0">
              <a:solidFill>
                <a:srgbClr val="002060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66894" y="2102960"/>
            <a:ext cx="12562302" cy="4950983"/>
            <a:chOff x="366894" y="2102960"/>
            <a:chExt cx="12562302" cy="495098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894" y="2102960"/>
              <a:ext cx="7866106" cy="4790257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33087" y="2465817"/>
              <a:ext cx="3996109" cy="4588126"/>
            </a:xfrm>
            <a:prstGeom prst="rect">
              <a:avLst/>
            </a:prstGeom>
          </p:spPr>
        </p:pic>
        <p:sp>
          <p:nvSpPr>
            <p:cNvPr id="8" name="Down Arrow 7"/>
            <p:cNvSpPr/>
            <p:nvPr/>
          </p:nvSpPr>
          <p:spPr>
            <a:xfrm rot="16200000">
              <a:off x="8250915" y="4366534"/>
              <a:ext cx="783772" cy="580571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5514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ội dung môn học"/>
          <p:cNvSpPr txBox="1">
            <a:spLocks/>
          </p:cNvSpPr>
          <p:nvPr/>
        </p:nvSpPr>
        <p:spPr>
          <a:xfrm>
            <a:off x="143597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ngưỡng</a:t>
            </a:r>
            <a:endParaRPr lang="en-US" sz="6600" b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80" y="2020957"/>
            <a:ext cx="12448758" cy="5017612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432875" y="5517397"/>
            <a:ext cx="2595966" cy="3018885"/>
            <a:chOff x="3432875" y="5517397"/>
            <a:chExt cx="2595966" cy="3018885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4463512" y="5517397"/>
              <a:ext cx="1565329" cy="2557220"/>
            </a:xfrm>
            <a:prstGeom prst="straightConnector1">
              <a:avLst/>
            </a:prstGeom>
            <a:ln w="5715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3432875" y="8074617"/>
              <a:ext cx="20612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Histogram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5005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29" y="2565143"/>
            <a:ext cx="13796986" cy="7012080"/>
          </a:xfrm>
          <a:prstGeom prst="rect">
            <a:avLst/>
          </a:prstGeom>
        </p:spPr>
      </p:pic>
      <p:sp>
        <p:nvSpPr>
          <p:cNvPr id="5" name="Nội dung môn học"/>
          <p:cNvSpPr txBox="1">
            <a:spLocks/>
          </p:cNvSpPr>
          <p:nvPr/>
        </p:nvSpPr>
        <p:spPr>
          <a:xfrm>
            <a:off x="1435977" y="109336"/>
            <a:ext cx="11687443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ngưỡng</a:t>
            </a:r>
            <a:endParaRPr lang="en-US" sz="6600" b="0">
              <a:solidFill>
                <a:srgbClr val="00206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3129" y="1624643"/>
            <a:ext cx="4914243" cy="827314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0066"/>
                </a:solidFill>
                <a:latin typeface="Constantia" panose="02030602050306030303" pitchFamily="18" charset="0"/>
              </a:rPr>
              <a:t>Ngưỡng thích nghi</a:t>
            </a:r>
          </a:p>
        </p:txBody>
      </p:sp>
    </p:spTree>
    <p:extLst>
      <p:ext uri="{BB962C8B-B14F-4D97-AF65-F5344CB8AC3E}">
        <p14:creationId xmlns:p14="http://schemas.microsoft.com/office/powerpoint/2010/main" val="3214651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ội dung môn học"/>
          <p:cNvSpPr txBox="1">
            <a:spLocks/>
          </p:cNvSpPr>
          <p:nvPr/>
        </p:nvSpPr>
        <p:spPr>
          <a:xfrm>
            <a:off x="217715" y="109336"/>
            <a:ext cx="12905706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hàm xác suất</a:t>
            </a:r>
            <a:endParaRPr lang="en-US" sz="6000" b="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0" y="2255592"/>
            <a:ext cx="12394835" cy="661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27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ội dung môn học"/>
          <p:cNvSpPr txBox="1">
            <a:spLocks/>
          </p:cNvSpPr>
          <p:nvPr/>
        </p:nvSpPr>
        <p:spPr>
          <a:xfrm>
            <a:off x="217715" y="109336"/>
            <a:ext cx="12905706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>
                <a:solidFill>
                  <a:srgbClr val="002060"/>
                </a:solidFill>
                <a:latin typeface="Constantia" panose="02030602050306030303" pitchFamily="18" charset="0"/>
              </a:rPr>
              <a:t>Phân vùng dựa trên cải thiện histogram</a:t>
            </a:r>
            <a:endParaRPr lang="en-US" sz="6000" b="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15" y="2235127"/>
            <a:ext cx="12567505" cy="647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81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ội dung môn học"/>
          <p:cNvSpPr txBox="1">
            <a:spLocks/>
          </p:cNvSpPr>
          <p:nvPr/>
        </p:nvSpPr>
        <p:spPr>
          <a:xfrm>
            <a:off x="217715" y="109336"/>
            <a:ext cx="12905706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>
                <a:solidFill>
                  <a:srgbClr val="002060"/>
                </a:solidFill>
                <a:latin typeface="Constantia" panose="02030602050306030303" pitchFamily="18" charset="0"/>
              </a:rPr>
              <a:t>Thuật toán Connected Component</a:t>
            </a:r>
            <a:endParaRPr lang="en-US" sz="6000" b="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49" y="2307772"/>
            <a:ext cx="11176708" cy="554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84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72" y="1825087"/>
            <a:ext cx="11298391" cy="7657981"/>
          </a:xfrm>
          <a:prstGeom prst="rect">
            <a:avLst/>
          </a:prstGeom>
        </p:spPr>
      </p:pic>
      <p:sp>
        <p:nvSpPr>
          <p:cNvPr id="5" name="Nội dung môn học"/>
          <p:cNvSpPr txBox="1">
            <a:spLocks/>
          </p:cNvSpPr>
          <p:nvPr/>
        </p:nvSpPr>
        <p:spPr>
          <a:xfrm>
            <a:off x="217715" y="109336"/>
            <a:ext cx="12905706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>
                <a:solidFill>
                  <a:srgbClr val="002060"/>
                </a:solidFill>
                <a:latin typeface="Constantia" panose="02030602050306030303" pitchFamily="18" charset="0"/>
              </a:rPr>
              <a:t>Thuật toán Connected Component</a:t>
            </a:r>
            <a:endParaRPr lang="en-US" sz="6000" b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861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89" y="2215455"/>
            <a:ext cx="5467526" cy="5641350"/>
          </a:xfrm>
          <a:prstGeom prst="rect">
            <a:avLst/>
          </a:prstGeom>
        </p:spPr>
      </p:pic>
      <p:sp>
        <p:nvSpPr>
          <p:cNvPr id="5" name="Nội dung môn học"/>
          <p:cNvSpPr txBox="1">
            <a:spLocks/>
          </p:cNvSpPr>
          <p:nvPr/>
        </p:nvSpPr>
        <p:spPr>
          <a:xfrm>
            <a:off x="217715" y="109336"/>
            <a:ext cx="12905706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>
                <a:solidFill>
                  <a:srgbClr val="002060"/>
                </a:solidFill>
                <a:latin typeface="Constantia" panose="02030602050306030303" pitchFamily="18" charset="0"/>
              </a:rPr>
              <a:t>Thuật toán Connected Component</a:t>
            </a:r>
            <a:endParaRPr lang="en-US" sz="6000" b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195" y="4525334"/>
            <a:ext cx="6581605" cy="142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57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ội dung môn học"/>
          <p:cNvSpPr txBox="1">
            <a:spLocks/>
          </p:cNvSpPr>
          <p:nvPr/>
        </p:nvSpPr>
        <p:spPr>
          <a:xfrm>
            <a:off x="217715" y="109336"/>
            <a:ext cx="12905706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>
                <a:solidFill>
                  <a:srgbClr val="002060"/>
                </a:solidFill>
                <a:latin typeface="Constantia" panose="02030602050306030303" pitchFamily="18" charset="0"/>
              </a:rPr>
              <a:t>Thuật toán Connected Component</a:t>
            </a:r>
            <a:endParaRPr lang="en-US" sz="6000" b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98" y="1931722"/>
            <a:ext cx="5173058" cy="53524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308" y="1931722"/>
            <a:ext cx="5239814" cy="54059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8" y="8151737"/>
            <a:ext cx="5506218" cy="1152686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>
            <a:off x="2727702" y="7337640"/>
            <a:ext cx="1038386" cy="674984"/>
          </a:xfrm>
          <a:prstGeom prst="downArrow">
            <a:avLst/>
          </a:prstGeom>
          <a:solidFill>
            <a:srgbClr val="30DD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527" y="8142211"/>
            <a:ext cx="5563376" cy="1162212"/>
          </a:xfrm>
          <a:prstGeom prst="rect">
            <a:avLst/>
          </a:prstGeom>
        </p:spPr>
      </p:pic>
      <p:sp>
        <p:nvSpPr>
          <p:cNvPr id="9" name="Down Arrow 8"/>
          <p:cNvSpPr/>
          <p:nvPr/>
        </p:nvSpPr>
        <p:spPr>
          <a:xfrm>
            <a:off x="9461022" y="7402433"/>
            <a:ext cx="1038386" cy="674984"/>
          </a:xfrm>
          <a:prstGeom prst="downArrow">
            <a:avLst/>
          </a:prstGeom>
          <a:solidFill>
            <a:srgbClr val="30DD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36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ội dung môn học"/>
          <p:cNvSpPr txBox="1">
            <a:spLocks/>
          </p:cNvSpPr>
          <p:nvPr/>
        </p:nvSpPr>
        <p:spPr>
          <a:xfrm>
            <a:off x="217715" y="109336"/>
            <a:ext cx="12905706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>
                <a:solidFill>
                  <a:srgbClr val="002060"/>
                </a:solidFill>
                <a:latin typeface="Constantia" panose="02030602050306030303" pitchFamily="18" charset="0"/>
              </a:rPr>
              <a:t>Thuật toán Connected Component</a:t>
            </a:r>
            <a:endParaRPr lang="en-US" sz="6000" b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4" y="1885372"/>
            <a:ext cx="5622366" cy="58037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64" y="8383692"/>
            <a:ext cx="5515745" cy="1200318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>
            <a:off x="2884443" y="7698906"/>
            <a:ext cx="1038386" cy="674984"/>
          </a:xfrm>
          <a:prstGeom prst="downArrow">
            <a:avLst/>
          </a:prstGeom>
          <a:solidFill>
            <a:srgbClr val="30DD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988" y="1939806"/>
            <a:ext cx="5669114" cy="5759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4146" y="8364640"/>
            <a:ext cx="5534797" cy="1219370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432351" y="7708708"/>
            <a:ext cx="1038386" cy="674984"/>
          </a:xfrm>
          <a:prstGeom prst="downArrow">
            <a:avLst/>
          </a:prstGeom>
          <a:solidFill>
            <a:srgbClr val="30DD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94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ội dung môn học"/>
          <p:cNvSpPr txBox="1">
            <a:spLocks/>
          </p:cNvSpPr>
          <p:nvPr/>
        </p:nvSpPr>
        <p:spPr>
          <a:xfrm>
            <a:off x="217715" y="109336"/>
            <a:ext cx="12905706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>
                <a:solidFill>
                  <a:srgbClr val="002060"/>
                </a:solidFill>
                <a:latin typeface="Constantia" panose="02030602050306030303" pitchFamily="18" charset="0"/>
              </a:rPr>
              <a:t>Thuật toán Connected Component</a:t>
            </a:r>
            <a:endParaRPr lang="en-US" sz="6000" b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045" y="1871722"/>
            <a:ext cx="5807965" cy="59620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674" y="7976733"/>
            <a:ext cx="7051736" cy="155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92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ội dung môn học"/>
          <p:cNvSpPr txBox="1">
            <a:spLocks/>
          </p:cNvSpPr>
          <p:nvPr/>
        </p:nvSpPr>
        <p:spPr>
          <a:xfrm>
            <a:off x="217715" y="109336"/>
            <a:ext cx="12905706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>
                <a:solidFill>
                  <a:srgbClr val="002060"/>
                </a:solidFill>
                <a:latin typeface="Constantia" panose="02030602050306030303" pitchFamily="18" charset="0"/>
              </a:rPr>
              <a:t>Thuật toán Connected Component</a:t>
            </a:r>
            <a:endParaRPr lang="en-US" sz="6000" b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752" y="2870120"/>
            <a:ext cx="9829498" cy="6883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67904" y="1772484"/>
            <a:ext cx="3828082" cy="774915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A44A"/>
                </a:solidFill>
                <a:latin typeface="Constantia" panose="02030602050306030303" pitchFamily="18" charset="0"/>
              </a:rPr>
              <a:t>Ứng dụng</a:t>
            </a:r>
          </a:p>
        </p:txBody>
      </p:sp>
    </p:spTree>
    <p:extLst>
      <p:ext uri="{BB962C8B-B14F-4D97-AF65-F5344CB8AC3E}">
        <p14:creationId xmlns:p14="http://schemas.microsoft.com/office/powerpoint/2010/main" val="1792784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8BD2CE-FFC0-C673-6E36-15EF7644C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191" y="866819"/>
            <a:ext cx="9230700" cy="899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114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3747AE-20E1-C946-7AA1-86F42F26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88" y="1795636"/>
            <a:ext cx="7486183" cy="758391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3127B56-0E74-E688-0975-8FA225EE436A}"/>
              </a:ext>
            </a:extLst>
          </p:cNvPr>
          <p:cNvSpPr/>
          <p:nvPr/>
        </p:nvSpPr>
        <p:spPr>
          <a:xfrm>
            <a:off x="4126288" y="1840687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34F1D68-6AD9-48EA-E230-5D1C15867D01}"/>
              </a:ext>
            </a:extLst>
          </p:cNvPr>
          <p:cNvGrpSpPr/>
          <p:nvPr/>
        </p:nvGrpSpPr>
        <p:grpSpPr>
          <a:xfrm>
            <a:off x="10272938" y="2663540"/>
            <a:ext cx="2731862" cy="2826719"/>
            <a:chOff x="9404832" y="701127"/>
            <a:chExt cx="2731862" cy="282671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C27BA9-E6A5-DC99-336B-EC25CC3C5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04832" y="701127"/>
              <a:ext cx="2731862" cy="2826719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7F4E33E-46F4-284C-70A7-ACB0603FFE46}"/>
                </a:ext>
              </a:extLst>
            </p:cNvPr>
            <p:cNvSpPr/>
            <p:nvPr/>
          </p:nvSpPr>
          <p:spPr>
            <a:xfrm>
              <a:off x="10380757" y="1727056"/>
              <a:ext cx="813023" cy="78990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269F4C24-F668-C8EC-95E3-D8443BD47AF4}"/>
              </a:ext>
            </a:extLst>
          </p:cNvPr>
          <p:cNvSpPr/>
          <p:nvPr/>
        </p:nvSpPr>
        <p:spPr>
          <a:xfrm>
            <a:off x="5069986" y="1840687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25B257-3D79-C22E-79EE-D3AB53F4950C}"/>
              </a:ext>
            </a:extLst>
          </p:cNvPr>
          <p:cNvSpPr/>
          <p:nvPr/>
        </p:nvSpPr>
        <p:spPr>
          <a:xfrm>
            <a:off x="5969330" y="1840687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BB24866-8B74-ED2C-CAB8-AFC97D3D2E7E}"/>
              </a:ext>
            </a:extLst>
          </p:cNvPr>
          <p:cNvSpPr/>
          <p:nvPr/>
        </p:nvSpPr>
        <p:spPr>
          <a:xfrm>
            <a:off x="3168398" y="2782796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1F2138-1B31-C8E8-589D-A04E6A5DB05F}"/>
              </a:ext>
            </a:extLst>
          </p:cNvPr>
          <p:cNvSpPr/>
          <p:nvPr/>
        </p:nvSpPr>
        <p:spPr>
          <a:xfrm>
            <a:off x="6856021" y="2782796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BEA7063-F1C5-CCCF-DC66-7AB7CFD88825}"/>
              </a:ext>
            </a:extLst>
          </p:cNvPr>
          <p:cNvSpPr/>
          <p:nvPr/>
        </p:nvSpPr>
        <p:spPr>
          <a:xfrm>
            <a:off x="2281707" y="3724905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E37BED-1F9C-9C15-3172-7264D3153277}"/>
              </a:ext>
            </a:extLst>
          </p:cNvPr>
          <p:cNvSpPr/>
          <p:nvPr/>
        </p:nvSpPr>
        <p:spPr>
          <a:xfrm>
            <a:off x="6851331" y="3724905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D9C06E6-8C6C-557F-BFB6-2502AC2E5B86}"/>
              </a:ext>
            </a:extLst>
          </p:cNvPr>
          <p:cNvSpPr/>
          <p:nvPr/>
        </p:nvSpPr>
        <p:spPr>
          <a:xfrm>
            <a:off x="1332452" y="4667014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B338C2-7404-3271-4124-9E8FB7212C4E}"/>
              </a:ext>
            </a:extLst>
          </p:cNvPr>
          <p:cNvSpPr/>
          <p:nvPr/>
        </p:nvSpPr>
        <p:spPr>
          <a:xfrm>
            <a:off x="6851331" y="4684512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D607CDC-9391-D1A1-5C53-76521A4B4F85}"/>
              </a:ext>
            </a:extLst>
          </p:cNvPr>
          <p:cNvSpPr/>
          <p:nvPr/>
        </p:nvSpPr>
        <p:spPr>
          <a:xfrm>
            <a:off x="1341961" y="5626621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607F36-69FD-123A-564E-361DD74D1023}"/>
              </a:ext>
            </a:extLst>
          </p:cNvPr>
          <p:cNvSpPr/>
          <p:nvPr/>
        </p:nvSpPr>
        <p:spPr>
          <a:xfrm>
            <a:off x="1269888" y="6568730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B1063F-4E04-6ACB-64CC-632F07535158}"/>
              </a:ext>
            </a:extLst>
          </p:cNvPr>
          <p:cNvSpPr/>
          <p:nvPr/>
        </p:nvSpPr>
        <p:spPr>
          <a:xfrm>
            <a:off x="2228652" y="7510839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F32ED0E-CE45-4D31-6F52-FC04B28CF635}"/>
              </a:ext>
            </a:extLst>
          </p:cNvPr>
          <p:cNvSpPr/>
          <p:nvPr/>
        </p:nvSpPr>
        <p:spPr>
          <a:xfrm>
            <a:off x="3239597" y="7441858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98150F-2852-09CF-ABD3-C86B9E2D3FDA}"/>
              </a:ext>
            </a:extLst>
          </p:cNvPr>
          <p:cNvSpPr/>
          <p:nvPr/>
        </p:nvSpPr>
        <p:spPr>
          <a:xfrm>
            <a:off x="4131243" y="7486909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2CAD994-A47B-FCA7-26B8-3B7A3B9195F7}"/>
              </a:ext>
            </a:extLst>
          </p:cNvPr>
          <p:cNvSpPr/>
          <p:nvPr/>
        </p:nvSpPr>
        <p:spPr>
          <a:xfrm>
            <a:off x="5069986" y="6568729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0551131-2173-F7AA-AB8A-82B3C3AEECBD}"/>
              </a:ext>
            </a:extLst>
          </p:cNvPr>
          <p:cNvSpPr/>
          <p:nvPr/>
        </p:nvSpPr>
        <p:spPr>
          <a:xfrm>
            <a:off x="5956574" y="5626621"/>
            <a:ext cx="886691" cy="9421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639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E42CEF-F523-7FBD-DE5C-B8F721F7A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88" y="1795636"/>
            <a:ext cx="7486183" cy="758391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36E456F-0DFA-B3F6-47FD-6CD2A4475334}"/>
              </a:ext>
            </a:extLst>
          </p:cNvPr>
          <p:cNvGrpSpPr/>
          <p:nvPr/>
        </p:nvGrpSpPr>
        <p:grpSpPr>
          <a:xfrm>
            <a:off x="10644217" y="3463440"/>
            <a:ext cx="2731862" cy="2826719"/>
            <a:chOff x="9404832" y="701127"/>
            <a:chExt cx="2731862" cy="282671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65E27D8-1604-56F6-CAD3-CC5F1388A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04832" y="701127"/>
              <a:ext cx="2731862" cy="2826719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7F5635-94E9-AFA3-4A50-FE2A2446EB90}"/>
                </a:ext>
              </a:extLst>
            </p:cNvPr>
            <p:cNvSpPr/>
            <p:nvPr/>
          </p:nvSpPr>
          <p:spPr>
            <a:xfrm>
              <a:off x="10380757" y="1727056"/>
              <a:ext cx="813023" cy="78990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BBB08295-865F-477D-5EFF-A5AF7C2CAC1F}"/>
              </a:ext>
            </a:extLst>
          </p:cNvPr>
          <p:cNvSpPr/>
          <p:nvPr/>
        </p:nvSpPr>
        <p:spPr>
          <a:xfrm>
            <a:off x="11172775" y="727086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D4522F8-7829-8400-EC27-8EA1640E36A7}"/>
              </a:ext>
            </a:extLst>
          </p:cNvPr>
          <p:cNvSpPr/>
          <p:nvPr/>
        </p:nvSpPr>
        <p:spPr>
          <a:xfrm>
            <a:off x="4199956" y="2821565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3B879ED-4035-3FDB-CB45-48E66AFCE73B}"/>
              </a:ext>
            </a:extLst>
          </p:cNvPr>
          <p:cNvSpPr/>
          <p:nvPr/>
        </p:nvSpPr>
        <p:spPr>
          <a:xfrm>
            <a:off x="5062868" y="2821565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457E82E-3161-78E8-6E09-3D11A7F61F50}"/>
              </a:ext>
            </a:extLst>
          </p:cNvPr>
          <p:cNvSpPr/>
          <p:nvPr/>
        </p:nvSpPr>
        <p:spPr>
          <a:xfrm>
            <a:off x="5992755" y="285472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D0BD9F9-E686-3B85-6951-7894CD3D2FAB}"/>
              </a:ext>
            </a:extLst>
          </p:cNvPr>
          <p:cNvSpPr/>
          <p:nvPr/>
        </p:nvSpPr>
        <p:spPr>
          <a:xfrm>
            <a:off x="3217495" y="3820097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AE5E509-B5FB-3AF5-61B3-95FEF6A51C9D}"/>
              </a:ext>
            </a:extLst>
          </p:cNvPr>
          <p:cNvSpPr/>
          <p:nvPr/>
        </p:nvSpPr>
        <p:spPr>
          <a:xfrm>
            <a:off x="6095888" y="3837723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C204C3E-2ED2-4CCC-1E19-934AA55EA6F6}"/>
              </a:ext>
            </a:extLst>
          </p:cNvPr>
          <p:cNvSpPr/>
          <p:nvPr/>
        </p:nvSpPr>
        <p:spPr>
          <a:xfrm>
            <a:off x="2287855" y="4778404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D2C2AD9-B7CF-DBEE-EAF8-7A3C0212FF1A}"/>
              </a:ext>
            </a:extLst>
          </p:cNvPr>
          <p:cNvSpPr/>
          <p:nvPr/>
        </p:nvSpPr>
        <p:spPr>
          <a:xfrm>
            <a:off x="5992755" y="4778404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03ADEF9-ADE5-C47A-DCF2-B5712944C198}"/>
              </a:ext>
            </a:extLst>
          </p:cNvPr>
          <p:cNvSpPr/>
          <p:nvPr/>
        </p:nvSpPr>
        <p:spPr>
          <a:xfrm>
            <a:off x="2287855" y="5709857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2575DE9-3783-FE21-D52D-A7494D3DAEC7}"/>
              </a:ext>
            </a:extLst>
          </p:cNvPr>
          <p:cNvSpPr/>
          <p:nvPr/>
        </p:nvSpPr>
        <p:spPr>
          <a:xfrm>
            <a:off x="2287854" y="6613251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CD61CA2-37BF-084F-E236-0EF69FE51F63}"/>
              </a:ext>
            </a:extLst>
          </p:cNvPr>
          <p:cNvSpPr/>
          <p:nvPr/>
        </p:nvSpPr>
        <p:spPr>
          <a:xfrm>
            <a:off x="5115451" y="5654080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BB6F066-2ED0-9342-AFF7-6159FA68EC2E}"/>
              </a:ext>
            </a:extLst>
          </p:cNvPr>
          <p:cNvSpPr/>
          <p:nvPr/>
        </p:nvSpPr>
        <p:spPr>
          <a:xfrm>
            <a:off x="3217495" y="6700073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91D05C7-636C-6032-D2E2-567C0AEAD2D4}"/>
              </a:ext>
            </a:extLst>
          </p:cNvPr>
          <p:cNvSpPr/>
          <p:nvPr/>
        </p:nvSpPr>
        <p:spPr>
          <a:xfrm>
            <a:off x="4114860" y="6613251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422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2208BA-A68E-B33B-FFD6-08E96E9BF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81" y="1393661"/>
            <a:ext cx="7889179" cy="797114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502FB25-0799-9C0A-71AC-7F21DBCAB966}"/>
              </a:ext>
            </a:extLst>
          </p:cNvPr>
          <p:cNvGrpSpPr/>
          <p:nvPr/>
        </p:nvGrpSpPr>
        <p:grpSpPr>
          <a:xfrm>
            <a:off x="9258762" y="2812276"/>
            <a:ext cx="2731862" cy="2826719"/>
            <a:chOff x="9404832" y="701127"/>
            <a:chExt cx="2731862" cy="282671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DB76545-485D-17CA-A481-11B72D2C4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04832" y="701127"/>
              <a:ext cx="2731862" cy="2826719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CA375D9-B9C3-ECAD-B457-B83C21DD7294}"/>
                </a:ext>
              </a:extLst>
            </p:cNvPr>
            <p:cNvSpPr/>
            <p:nvPr/>
          </p:nvSpPr>
          <p:spPr>
            <a:xfrm>
              <a:off x="10380757" y="1727056"/>
              <a:ext cx="813023" cy="78990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34D04070-B3FF-72B8-C869-B55D8F103E10}"/>
              </a:ext>
            </a:extLst>
          </p:cNvPr>
          <p:cNvSpPr/>
          <p:nvPr/>
        </p:nvSpPr>
        <p:spPr>
          <a:xfrm>
            <a:off x="4512760" y="1566060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728125-DD48-CD22-665E-68D8A695D01E}"/>
              </a:ext>
            </a:extLst>
          </p:cNvPr>
          <p:cNvSpPr/>
          <p:nvPr/>
        </p:nvSpPr>
        <p:spPr>
          <a:xfrm>
            <a:off x="5380512" y="1566060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5D39862-D976-8EAD-8ACC-B5E0B87B76A4}"/>
              </a:ext>
            </a:extLst>
          </p:cNvPr>
          <p:cNvSpPr/>
          <p:nvPr/>
        </p:nvSpPr>
        <p:spPr>
          <a:xfrm>
            <a:off x="6404755" y="1566060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B6891B-7FAE-53BE-BE4B-16B3F8077C53}"/>
              </a:ext>
            </a:extLst>
          </p:cNvPr>
          <p:cNvSpPr/>
          <p:nvPr/>
        </p:nvSpPr>
        <p:spPr>
          <a:xfrm>
            <a:off x="4512759" y="2542217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DD27B7-6B89-BD72-EA07-09F1EF4334A8}"/>
              </a:ext>
            </a:extLst>
          </p:cNvPr>
          <p:cNvSpPr/>
          <p:nvPr/>
        </p:nvSpPr>
        <p:spPr>
          <a:xfrm>
            <a:off x="6404754" y="2542217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6CBF9F-5F3B-6035-9AF1-DFA48907B8C4}"/>
              </a:ext>
            </a:extLst>
          </p:cNvPr>
          <p:cNvSpPr/>
          <p:nvPr/>
        </p:nvSpPr>
        <p:spPr>
          <a:xfrm>
            <a:off x="4567489" y="3518374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991429-A563-79BC-5CBC-EA75BF1C2EBA}"/>
              </a:ext>
            </a:extLst>
          </p:cNvPr>
          <p:cNvSpPr/>
          <p:nvPr/>
        </p:nvSpPr>
        <p:spPr>
          <a:xfrm>
            <a:off x="5445457" y="3518374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2AB54D-5FAA-3958-B95A-E25ACA3E9EAC}"/>
              </a:ext>
            </a:extLst>
          </p:cNvPr>
          <p:cNvSpPr/>
          <p:nvPr/>
        </p:nvSpPr>
        <p:spPr>
          <a:xfrm>
            <a:off x="6502400" y="3518374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9D90F9-F59E-C7C1-9654-6C05301F37A1}"/>
              </a:ext>
            </a:extLst>
          </p:cNvPr>
          <p:cNvSpPr/>
          <p:nvPr/>
        </p:nvSpPr>
        <p:spPr>
          <a:xfrm>
            <a:off x="3563547" y="4481848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50CDFF-1CD5-10AC-AAE3-8A10EA140964}"/>
              </a:ext>
            </a:extLst>
          </p:cNvPr>
          <p:cNvSpPr/>
          <p:nvPr/>
        </p:nvSpPr>
        <p:spPr>
          <a:xfrm>
            <a:off x="4438859" y="4480677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235C152-D423-A112-2DE7-E13FF8F22D95}"/>
              </a:ext>
            </a:extLst>
          </p:cNvPr>
          <p:cNvSpPr/>
          <p:nvPr/>
        </p:nvSpPr>
        <p:spPr>
          <a:xfrm>
            <a:off x="1573907" y="5551046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614E6B-ACC3-E4A5-5B2E-0AC67EFABBD6}"/>
              </a:ext>
            </a:extLst>
          </p:cNvPr>
          <p:cNvSpPr/>
          <p:nvPr/>
        </p:nvSpPr>
        <p:spPr>
          <a:xfrm>
            <a:off x="2441659" y="5551046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44528FE-C8CE-4E2D-0CFB-03AD93A95836}"/>
              </a:ext>
            </a:extLst>
          </p:cNvPr>
          <p:cNvSpPr/>
          <p:nvPr/>
        </p:nvSpPr>
        <p:spPr>
          <a:xfrm>
            <a:off x="3465902" y="5551046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A6FB0D7-259C-6120-4D81-7F676AB572AD}"/>
              </a:ext>
            </a:extLst>
          </p:cNvPr>
          <p:cNvSpPr/>
          <p:nvPr/>
        </p:nvSpPr>
        <p:spPr>
          <a:xfrm>
            <a:off x="1573906" y="6527203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C375178-2513-67A1-EE45-2E4B62F00545}"/>
              </a:ext>
            </a:extLst>
          </p:cNvPr>
          <p:cNvSpPr/>
          <p:nvPr/>
        </p:nvSpPr>
        <p:spPr>
          <a:xfrm>
            <a:off x="3465901" y="6527203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9540002-0E9C-D847-94F1-E30CDA5C36F2}"/>
              </a:ext>
            </a:extLst>
          </p:cNvPr>
          <p:cNvSpPr/>
          <p:nvPr/>
        </p:nvSpPr>
        <p:spPr>
          <a:xfrm>
            <a:off x="1628636" y="7503360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73AE16C-55A8-DD52-41DB-A7D0F685E1ED}"/>
              </a:ext>
            </a:extLst>
          </p:cNvPr>
          <p:cNvSpPr/>
          <p:nvPr/>
        </p:nvSpPr>
        <p:spPr>
          <a:xfrm>
            <a:off x="2506604" y="7503360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6A3C96E-7062-F395-B6C7-1A19C5C816FD}"/>
              </a:ext>
            </a:extLst>
          </p:cNvPr>
          <p:cNvSpPr/>
          <p:nvPr/>
        </p:nvSpPr>
        <p:spPr>
          <a:xfrm>
            <a:off x="3563547" y="7503360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2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52AE8B-E8DA-6DF9-5D26-CBE3F8F77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90" y="2268965"/>
            <a:ext cx="9882321" cy="52156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16CEF0-A4B8-AF81-B6F8-6AA3B14FE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704" y="2334294"/>
            <a:ext cx="2967278" cy="3090914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C08E34CD-23A2-C05E-0616-5260ECF0F5E9}"/>
              </a:ext>
            </a:extLst>
          </p:cNvPr>
          <p:cNvSpPr/>
          <p:nvPr/>
        </p:nvSpPr>
        <p:spPr>
          <a:xfrm>
            <a:off x="795720" y="251875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D2DC10-EEC8-4929-EE08-A22591668D10}"/>
              </a:ext>
            </a:extLst>
          </p:cNvPr>
          <p:cNvSpPr/>
          <p:nvPr/>
        </p:nvSpPr>
        <p:spPr>
          <a:xfrm>
            <a:off x="1774743" y="251875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5C8866-F768-7B06-2D08-69B9E1F9E83A}"/>
              </a:ext>
            </a:extLst>
          </p:cNvPr>
          <p:cNvSpPr/>
          <p:nvPr/>
        </p:nvSpPr>
        <p:spPr>
          <a:xfrm>
            <a:off x="2753766" y="251875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8A3AF0-13CF-C0A6-B9A0-D53371C23103}"/>
              </a:ext>
            </a:extLst>
          </p:cNvPr>
          <p:cNvSpPr/>
          <p:nvPr/>
        </p:nvSpPr>
        <p:spPr>
          <a:xfrm>
            <a:off x="4682592" y="251875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F643E7-94F3-407E-E233-14E48B3836C4}"/>
              </a:ext>
            </a:extLst>
          </p:cNvPr>
          <p:cNvSpPr/>
          <p:nvPr/>
        </p:nvSpPr>
        <p:spPr>
          <a:xfrm>
            <a:off x="5676225" y="251875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48AE21-2323-BA78-ACDF-731A6CCB7F58}"/>
              </a:ext>
            </a:extLst>
          </p:cNvPr>
          <p:cNvSpPr/>
          <p:nvPr/>
        </p:nvSpPr>
        <p:spPr>
          <a:xfrm>
            <a:off x="6701723" y="251875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0F02DC-7C0D-4A0F-62B0-F57173B2238C}"/>
              </a:ext>
            </a:extLst>
          </p:cNvPr>
          <p:cNvSpPr/>
          <p:nvPr/>
        </p:nvSpPr>
        <p:spPr>
          <a:xfrm>
            <a:off x="7590349" y="2523015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2D7FEA0-36D3-4E34-578D-990A797CD8F0}"/>
              </a:ext>
            </a:extLst>
          </p:cNvPr>
          <p:cNvSpPr/>
          <p:nvPr/>
        </p:nvSpPr>
        <p:spPr>
          <a:xfrm>
            <a:off x="8652418" y="251875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B8C3F8-133C-BA56-A9A9-013035F7C00A}"/>
              </a:ext>
            </a:extLst>
          </p:cNvPr>
          <p:cNvSpPr/>
          <p:nvPr/>
        </p:nvSpPr>
        <p:spPr>
          <a:xfrm>
            <a:off x="795719" y="348479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3A76DC-8A01-B3AC-1A84-B64B7B4E9CC9}"/>
              </a:ext>
            </a:extLst>
          </p:cNvPr>
          <p:cNvSpPr/>
          <p:nvPr/>
        </p:nvSpPr>
        <p:spPr>
          <a:xfrm>
            <a:off x="2753766" y="3562713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0263E6-C6D8-4F30-A677-631D5068AC5E}"/>
              </a:ext>
            </a:extLst>
          </p:cNvPr>
          <p:cNvSpPr/>
          <p:nvPr/>
        </p:nvSpPr>
        <p:spPr>
          <a:xfrm>
            <a:off x="4682591" y="3469988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49DE82-4F96-9698-407E-8B0F970F9C64}"/>
              </a:ext>
            </a:extLst>
          </p:cNvPr>
          <p:cNvSpPr/>
          <p:nvPr/>
        </p:nvSpPr>
        <p:spPr>
          <a:xfrm>
            <a:off x="8719992" y="3469988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B8BC13A-11C8-9BDC-ED53-29F0644F35EB}"/>
              </a:ext>
            </a:extLst>
          </p:cNvPr>
          <p:cNvSpPr/>
          <p:nvPr/>
        </p:nvSpPr>
        <p:spPr>
          <a:xfrm>
            <a:off x="813059" y="4481847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1217F0-ABCE-49FE-F1C4-613D92B62C03}"/>
              </a:ext>
            </a:extLst>
          </p:cNvPr>
          <p:cNvSpPr/>
          <p:nvPr/>
        </p:nvSpPr>
        <p:spPr>
          <a:xfrm>
            <a:off x="2771106" y="447971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0F8573B-B11C-690B-7273-7F5711A985EC}"/>
              </a:ext>
            </a:extLst>
          </p:cNvPr>
          <p:cNvSpPr/>
          <p:nvPr/>
        </p:nvSpPr>
        <p:spPr>
          <a:xfrm>
            <a:off x="3770347" y="447971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63E041-6BD9-F013-EB2E-F4E0B1C97240}"/>
              </a:ext>
            </a:extLst>
          </p:cNvPr>
          <p:cNvSpPr/>
          <p:nvPr/>
        </p:nvSpPr>
        <p:spPr>
          <a:xfrm>
            <a:off x="4656934" y="447971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08BE27D-A3A5-D494-96E9-65AA482C2C6F}"/>
              </a:ext>
            </a:extLst>
          </p:cNvPr>
          <p:cNvSpPr/>
          <p:nvPr/>
        </p:nvSpPr>
        <p:spPr>
          <a:xfrm>
            <a:off x="8607650" y="4509686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548A8E4-C214-E5A7-6535-AC547D8584F7}"/>
              </a:ext>
            </a:extLst>
          </p:cNvPr>
          <p:cNvSpPr/>
          <p:nvPr/>
        </p:nvSpPr>
        <p:spPr>
          <a:xfrm>
            <a:off x="9671095" y="4509686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156A1B-5C84-59A9-861F-3A564F25286F}"/>
              </a:ext>
            </a:extLst>
          </p:cNvPr>
          <p:cNvSpPr/>
          <p:nvPr/>
        </p:nvSpPr>
        <p:spPr>
          <a:xfrm>
            <a:off x="770410" y="5490537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3C5237-B3BA-AE41-9930-3F9D4EA2C240}"/>
              </a:ext>
            </a:extLst>
          </p:cNvPr>
          <p:cNvSpPr/>
          <p:nvPr/>
        </p:nvSpPr>
        <p:spPr>
          <a:xfrm>
            <a:off x="9714488" y="5490537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0DE50EA-7606-F5FD-B8D7-1C74D191408B}"/>
              </a:ext>
            </a:extLst>
          </p:cNvPr>
          <p:cNvSpPr/>
          <p:nvPr/>
        </p:nvSpPr>
        <p:spPr>
          <a:xfrm>
            <a:off x="750953" y="6530235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EF12ADC-EB33-0C53-7BEC-0A334B80B8B5}"/>
              </a:ext>
            </a:extLst>
          </p:cNvPr>
          <p:cNvSpPr/>
          <p:nvPr/>
        </p:nvSpPr>
        <p:spPr>
          <a:xfrm>
            <a:off x="9695031" y="6530235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516521C-BC32-D1B8-0DD4-B1C990E4A542}"/>
              </a:ext>
            </a:extLst>
          </p:cNvPr>
          <p:cNvSpPr/>
          <p:nvPr/>
        </p:nvSpPr>
        <p:spPr>
          <a:xfrm>
            <a:off x="1828574" y="6530235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A5CADCD-80B7-B774-AD77-DD5EBF37BAD6}"/>
              </a:ext>
            </a:extLst>
          </p:cNvPr>
          <p:cNvSpPr/>
          <p:nvPr/>
        </p:nvSpPr>
        <p:spPr>
          <a:xfrm>
            <a:off x="2840614" y="6485706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7CF398B-FCD2-39ED-C531-AC526AF38B7F}"/>
              </a:ext>
            </a:extLst>
          </p:cNvPr>
          <p:cNvSpPr/>
          <p:nvPr/>
        </p:nvSpPr>
        <p:spPr>
          <a:xfrm>
            <a:off x="3782993" y="6530235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61A6F89-8034-7EE1-659F-95E4F8D202AF}"/>
              </a:ext>
            </a:extLst>
          </p:cNvPr>
          <p:cNvSpPr/>
          <p:nvPr/>
        </p:nvSpPr>
        <p:spPr>
          <a:xfrm>
            <a:off x="4695464" y="657389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BD2F54-E8BB-54F4-3BC0-EDFE510CEC19}"/>
              </a:ext>
            </a:extLst>
          </p:cNvPr>
          <p:cNvSpPr/>
          <p:nvPr/>
        </p:nvSpPr>
        <p:spPr>
          <a:xfrm>
            <a:off x="5773085" y="657389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267664B-7D97-D6EE-D2E9-1FA102399FFB}"/>
              </a:ext>
            </a:extLst>
          </p:cNvPr>
          <p:cNvSpPr/>
          <p:nvPr/>
        </p:nvSpPr>
        <p:spPr>
          <a:xfrm>
            <a:off x="6785125" y="6529370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707AA7A-8774-8FAF-A442-EE5AD261FF55}"/>
              </a:ext>
            </a:extLst>
          </p:cNvPr>
          <p:cNvSpPr/>
          <p:nvPr/>
        </p:nvSpPr>
        <p:spPr>
          <a:xfrm>
            <a:off x="7727504" y="6573899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820F07C-2977-A7AD-1D56-1CCDFCBD33D6}"/>
              </a:ext>
            </a:extLst>
          </p:cNvPr>
          <p:cNvSpPr/>
          <p:nvPr/>
        </p:nvSpPr>
        <p:spPr>
          <a:xfrm>
            <a:off x="8578605" y="6537452"/>
            <a:ext cx="813023" cy="7899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2957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dd2c63-3f01-4569-91c2-295b22e7c09d">
      <Terms xmlns="http://schemas.microsoft.com/office/infopath/2007/PartnerControls"/>
    </lcf76f155ced4ddcb4097134ff3c332f>
    <TaxCatchAll xmlns="58282856-7444-4258-9459-a816c44d1ff7" xsi:nil="true"/>
    <SharedWithUsers xmlns="58282856-7444-4258-9459-a816c44d1ff7">
      <UserInfo>
        <DisplayName>Kỹ thuật xử lý ảnh số-1-2-23(N03) Thành viên</DisplayName>
        <AccountId>87</AccountId>
        <AccountType/>
      </UserInfo>
      <UserInfo>
        <DisplayName>Kỹ thuật xử lý ảnh số-1-2-23(N02) Thành viên</DisplayName>
        <AccountId>98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1157E1A5D3B7924CA35C3F67B9BE6836" ma:contentTypeVersion="14" ma:contentTypeDescription="Tạo tài liệu mới." ma:contentTypeScope="" ma:versionID="eddb28ac86a67ac1b9c1a335d7f44e11">
  <xsd:schema xmlns:xsd="http://www.w3.org/2001/XMLSchema" xmlns:xs="http://www.w3.org/2001/XMLSchema" xmlns:p="http://schemas.microsoft.com/office/2006/metadata/properties" xmlns:ns2="71dd2c63-3f01-4569-91c2-295b22e7c09d" xmlns:ns3="58282856-7444-4258-9459-a816c44d1ff7" targetNamespace="http://schemas.microsoft.com/office/2006/metadata/properties" ma:root="true" ma:fieldsID="78eb20e948237c40d4514d62e4ec61ba" ns2:_="" ns3:_="">
    <xsd:import namespace="71dd2c63-3f01-4569-91c2-295b22e7c09d"/>
    <xsd:import namespace="58282856-7444-4258-9459-a816c44d1f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d2c63-3f01-4569-91c2-295b22e7c0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Thẻ Hình ảnh" ma:readOnly="false" ma:fieldId="{5cf76f15-5ced-4ddc-b409-7134ff3c332f}" ma:taxonomyMulti="true" ma:sspId="158d9f12-b085-4db2-abbf-1ae4638ef8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282856-7444-4258-9459-a816c44d1ff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1ef2bcf-2850-44a6-9e2b-ba1ac7dcca6f}" ma:internalName="TaxCatchAll" ma:showField="CatchAllData" ma:web="58282856-7444-4258-9459-a816c44d1f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9A366A-19D2-44CB-85D9-ADA655A38E65}">
  <ds:schemaRefs>
    <ds:schemaRef ds:uri="http://schemas.microsoft.com/office/infopath/2007/PartnerControls"/>
    <ds:schemaRef ds:uri="http://purl.org/dc/dcmitype/"/>
    <ds:schemaRef ds:uri="58282856-7444-4258-9459-a816c44d1ff7"/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71dd2c63-3f01-4569-91c2-295b22e7c09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E53E969-8A8D-43B3-AB19-5548A593C3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3ACA49-268C-4AAF-A7AD-784DEC2E623B}">
  <ds:schemaRefs>
    <ds:schemaRef ds:uri="58282856-7444-4258-9459-a816c44d1ff7"/>
    <ds:schemaRef ds:uri="71dd2c63-3f01-4569-91c2-295b22e7c0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630</Words>
  <Application>Microsoft Office PowerPoint</Application>
  <PresentationFormat>Custom</PresentationFormat>
  <Paragraphs>89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Wisp</vt:lpstr>
      <vt:lpstr>PowerPoint Presentation</vt:lpstr>
      <vt:lpstr>Nội dung môn học</vt:lpstr>
      <vt:lpstr>Nội dung môn học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Nguyễn Thúy Bình</cp:lastModifiedBy>
  <cp:revision>5</cp:revision>
  <cp:lastPrinted>2022-08-13T11:14:32Z</cp:lastPrinted>
  <dcterms:modified xsi:type="dcterms:W3CDTF">2024-05-30T13:49:24Z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0x0101001157E1A5D3B7924CA35C3F67B9BE6836</vt:lpwstr>
  </property>
  <property fmtid="{D5CDD505-2E9C-101B-9397-08002B2CF9AE}" pid="3" name="MediaServiceImageTags">
    <vt:lpwstr/>
  </property>
</Properties>
</file>